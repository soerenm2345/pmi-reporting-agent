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Integration Update — Workstream Leads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Overall progress: 75% (per workstream self-reporting)</a:t>
            </a:r>
          </a:p>
          <a:p>
            <a:pPr>
              <a:defRPr sz="1400"/>
            </a:pPr>
            <a:r>
              <a:t>Action: finalize TSA exit plan for IT (Marco Rossi)</a:t>
            </a:r>
          </a:p>
          <a:p>
            <a:pPr>
              <a:defRPr sz="1400"/>
            </a:pPr>
            <a:r>
              <a:t>Action: prepare SteerCo pre-read for budget reforecast (Jonas Weber)</a:t>
            </a:r>
          </a:p>
          <a:p>
            <a:pPr>
              <a:defRPr sz="1400"/>
            </a:pPr>
            <a:r>
              <a:t>Action: schedule culture-integration workshops (Lisa Chen)</a:t>
            </a:r>
          </a:p>
          <a:p>
            <a:pPr>
              <a:defRPr sz="1400"/>
            </a:pPr>
            <a:r>
              <a:t>Milestone Day-100 review moved to 2026-08-20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Day-1 legal 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2026-06-01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Anna Schmidt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Day-100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2026-08-20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 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Anna Schmidt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ERP go-live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2026-10-01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Jonas Weber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