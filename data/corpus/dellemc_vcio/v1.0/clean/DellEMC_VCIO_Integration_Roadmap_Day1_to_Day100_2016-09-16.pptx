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8"/>
    <p:sldId id="258" r:id="rId9"/>
    <p:sldId id="259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138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microsoft.com/office/2016/11/relationships/changesInfo" Target="changesInfos/changesInfo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xmann, Paul" userId="fbc82133-129a-4dcf-80c4-e933ee85612e" providerId="ADAL" clId="{865C5255-48DE-4BF3-A9A9-8C777D2FBCA3}"/>
    <pc:docChg chg="undo custSel modSld">
      <pc:chgData name="Axmann, Paul" userId="fbc82133-129a-4dcf-80c4-e933ee85612e" providerId="ADAL" clId="{865C5255-48DE-4BF3-A9A9-8C777D2FBCA3}" dt="2026-07-22T13:16:50.319" v="97" actId="700"/>
      <pc:docMkLst>
        <pc:docMk/>
      </pc:docMkLst>
      <pc:sldChg chg="addSp delSp modSp mod modClrScheme chgLayout">
        <pc:chgData name="Axmann, Paul" userId="fbc82133-129a-4dcf-80c4-e933ee85612e" providerId="ADAL" clId="{865C5255-48DE-4BF3-A9A9-8C777D2FBCA3}" dt="2026-07-22T13:16:50.319" v="97" actId="700"/>
        <pc:sldMkLst>
          <pc:docMk/>
          <pc:sldMk cId="2895843105" sldId="258"/>
        </pc:sldMkLst>
        <pc:spChg chg="add mod ord">
          <ac:chgData name="Axmann, Paul" userId="fbc82133-129a-4dcf-80c4-e933ee85612e" providerId="ADAL" clId="{865C5255-48DE-4BF3-A9A9-8C777D2FBCA3}" dt="2026-07-22T13:16:50.319" v="97" actId="700"/>
          <ac:spMkLst>
            <pc:docMk/>
            <pc:sldMk cId="2895843105" sldId="258"/>
            <ac:spMk id="2" creationId="{24FB5E02-7515-9876-B496-05DBDCDD649F}"/>
          </ac:spMkLst>
        </pc:spChg>
        <pc:spChg chg="add mod ord">
          <ac:chgData name="Axmann, Paul" userId="fbc82133-129a-4dcf-80c4-e933ee85612e" providerId="ADAL" clId="{865C5255-48DE-4BF3-A9A9-8C777D2FBCA3}" dt="2026-07-22T13:16:50.319" v="97" actId="700"/>
          <ac:spMkLst>
            <pc:docMk/>
            <pc:sldMk cId="2895843105" sldId="258"/>
            <ac:spMk id="4" creationId="{B17175E7-5E25-6D4C-AD46-53CE452DACFD}"/>
          </ac:spMkLst>
        </pc:spChg>
        <pc:spChg chg="add del mod topLvl">
          <ac:chgData name="Axmann, Paul" userId="fbc82133-129a-4dcf-80c4-e933ee85612e" providerId="ADAL" clId="{865C5255-48DE-4BF3-A9A9-8C777D2FBCA3}" dt="2026-07-22T13:16:44.554" v="96" actId="478"/>
          <ac:spMkLst>
            <pc:docMk/>
            <pc:sldMk cId="2895843105" sldId="258"/>
            <ac:spMk id="5" creationId="{8E76DACD-B206-A8BC-C7E6-A1ADEBDCAF64}"/>
          </ac:spMkLst>
        </pc:spChg>
        <pc:spChg chg="del mod ord">
          <ac:chgData name="Axmann, Paul" userId="fbc82133-129a-4dcf-80c4-e933ee85612e" providerId="ADAL" clId="{865C5255-48DE-4BF3-A9A9-8C777D2FBCA3}" dt="2026-07-22T13:16:50.319" v="97" actId="700"/>
          <ac:spMkLst>
            <pc:docMk/>
            <pc:sldMk cId="2895843105" sldId="258"/>
            <ac:spMk id="8" creationId="{0E314AB3-8E17-8C03-C902-BB93857E04A0}"/>
          </ac:spMkLst>
        </pc:spChg>
        <pc:spChg chg="del mod ord">
          <ac:chgData name="Axmann, Paul" userId="fbc82133-129a-4dcf-80c4-e933ee85612e" providerId="ADAL" clId="{865C5255-48DE-4BF3-A9A9-8C777D2FBCA3}" dt="2026-07-22T13:16:50.319" v="97" actId="700"/>
          <ac:spMkLst>
            <pc:docMk/>
            <pc:sldMk cId="2895843105" sldId="258"/>
            <ac:spMk id="9" creationId="{07954675-4C93-20E7-67E7-3D1752E8C678}"/>
          </ac:spMkLst>
        </pc:spChg>
        <pc:spChg chg="del mod ord">
          <ac:chgData name="Axmann, Paul" userId="fbc82133-129a-4dcf-80c4-e933ee85612e" providerId="ADAL" clId="{865C5255-48DE-4BF3-A9A9-8C777D2FBCA3}" dt="2026-07-22T13:16:50.319" v="97" actId="700"/>
          <ac:spMkLst>
            <pc:docMk/>
            <pc:sldMk cId="2895843105" sldId="258"/>
            <ac:spMk id="10" creationId="{50A0C943-A884-08CC-C4CB-7B58983AD670}"/>
          </ac:spMkLst>
        </pc:spChg>
        <pc:spChg chg="add mod ord">
          <ac:chgData name="Axmann, Paul" userId="fbc82133-129a-4dcf-80c4-e933ee85612e" providerId="ADAL" clId="{865C5255-48DE-4BF3-A9A9-8C777D2FBCA3}" dt="2026-07-22T13:16:50.319" v="97" actId="700"/>
          <ac:spMkLst>
            <pc:docMk/>
            <pc:sldMk cId="2895843105" sldId="258"/>
            <ac:spMk id="12" creationId="{7CC3B3E3-D519-B9EC-5BEA-D17925F3C060}"/>
          </ac:spMkLst>
        </pc:spChg>
        <pc:grpChg chg="add del mod">
          <ac:chgData name="Axmann, Paul" userId="fbc82133-129a-4dcf-80c4-e933ee85612e" providerId="ADAL" clId="{865C5255-48DE-4BF3-A9A9-8C777D2FBCA3}" dt="2026-07-22T13:16:42.283" v="95" actId="478"/>
          <ac:grpSpMkLst>
            <pc:docMk/>
            <pc:sldMk cId="2895843105" sldId="258"/>
            <ac:grpSpMk id="7" creationId="{2BF27B01-2079-E0CA-6D27-40E0F4EB031D}"/>
          </ac:grpSpMkLst>
        </pc:grpChg>
        <pc:picChg chg="add del mod topLvl">
          <ac:chgData name="Axmann, Paul" userId="fbc82133-129a-4dcf-80c4-e933ee85612e" providerId="ADAL" clId="{865C5255-48DE-4BF3-A9A9-8C777D2FBCA3}" dt="2026-07-22T13:16:42.283" v="95" actId="478"/>
          <ac:picMkLst>
            <pc:docMk/>
            <pc:sldMk cId="2895843105" sldId="258"/>
            <ac:picMk id="6" creationId="{A8C050C3-039E-2699-901D-6942C37D2054}"/>
          </ac:picMkLst>
        </pc:pic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6.emf"/><Relationship Id="rId5" Type="http://schemas.openxmlformats.org/officeDocument/2006/relationships/image" Target="../media/image7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6.emf"/><Relationship Id="rId5" Type="http://schemas.openxmlformats.org/officeDocument/2006/relationships/image" Target="../media/image8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6.emf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6.emf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6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6.emf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tags" Target="../tags/tag1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tags" Target="../tags/tag2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tags" Target="../tags/tag2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tags" Target="../tags/tag2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tags" Target="../tags/tag2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tags" Target="../tags/tag2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tags" Target="../tags/tag3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tags" Target="../tags/tag3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tags" Target="../tags/tag3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White with tagline logo lockup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 lockup with Together makes progress tagline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91" y="-5466"/>
            <a:ext cx="2779776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7FC5E484-EB26-0B50-B87A-799C320E830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37009844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A9C623ED-9A31-E94B-385F-DFBB34F5916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10582140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White with tagline logo lockup - CM centered 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 lockup with Together makes progress tagline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91" y="-5466"/>
            <a:ext cx="2779776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932C736B-20BB-4603-9DD1-FEB85AD9D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2879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68108487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White - CM centered 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932C736B-20BB-4603-9DD1-FEB85AD9D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2879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047953367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Pale Green with tagline logo lockup">
    <p:bg bwMode="gray"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 lockup with Together makes progress tagline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91" y="-5466"/>
            <a:ext cx="2779776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9A09F874-9939-7788-F7E8-1E902B5632A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97773823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Pale Green">
    <p:bg bwMode="gray"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B81976BE-EAA8-F89C-D5B3-ECA4949B5BC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29569255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Pale-Deloitte Green gradient with tagline logo lockup">
    <p:bg bwMode="gray">
      <p:bgPr>
        <a:gradFill>
          <a:gsLst>
            <a:gs pos="99000">
              <a:schemeClr val="accent1"/>
            </a:gs>
            <a:gs pos="28000">
              <a:schemeClr val="accent6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B81976BE-EAA8-F89C-D5B3-ECA4949B5BC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3" name="Picture 2" descr="Deloitte logo lockup with Together makes progress tagline">
            <a:extLst>
              <a:ext uri="{FF2B5EF4-FFF2-40B4-BE49-F238E27FC236}">
                <a16:creationId xmlns:a16="http://schemas.microsoft.com/office/drawing/2014/main" id="{A1983826-29C7-9575-AAA8-E0D864E527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91" y="-5466"/>
            <a:ext cx="2779776" cy="1308222"/>
          </a:xfrm>
          <a:prstGeom prst="rect">
            <a:avLst/>
          </a:prstGeom>
        </p:spPr>
      </p:pic>
      <p:pic>
        <p:nvPicPr>
          <p:cNvPr id="4" name="Picture 3" descr="Deloitte logo lockup with Together makes progress tagline">
            <a:extLst>
              <a:ext uri="{FF2B5EF4-FFF2-40B4-BE49-F238E27FC236}">
                <a16:creationId xmlns:a16="http://schemas.microsoft.com/office/drawing/2014/main" id="{8E4A851A-D19A-CC7E-CF9F-4EEAB1DF2E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91" y="-5466"/>
            <a:ext cx="2779776" cy="1308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460574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Pale-Deloitte Green gradient">
    <p:bg bwMode="gray">
      <p:bgPr>
        <a:gradFill>
          <a:gsLst>
            <a:gs pos="99000">
              <a:schemeClr val="accent1"/>
            </a:gs>
            <a:gs pos="28000">
              <a:schemeClr val="accent6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B81976BE-EAA8-F89C-D5B3-ECA4949B5BC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75604727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Black with tagline logo lockup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 lockup with Together makes progress tagline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BD417F91-0FD9-83FB-569A-B960E93D5A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56591398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Black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1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FB2FFE14-03CA-6135-58A2-5C311D36512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85614853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Black with tagline logo lockup - CM centered 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 lockup with Together makes progress tagline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932C736B-20BB-4603-9DD1-FEB85AD9D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2879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10906528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Black - CM centered 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2692" y="-5466"/>
            <a:ext cx="2779773" cy="1308221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932C736B-20BB-4603-9DD1-FEB85AD9D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2879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163210285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Dark Green with tagline logo lockup">
    <p:bg bwMode="gray"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 lockup with Together makes progress tagline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6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accent6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3F8A2FFF-A4B2-D935-C7DC-1DB5EDE4A71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67926153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Dark Green">
    <p:bg bwMode="gray"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1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6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accent6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5BCB8175-C467-0B04-B004-47252C8E68C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37678346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Dark-Bright gradient with tagline logo lockup">
    <p:bg bwMode="gray">
      <p:bgPr>
        <a:gradFill flip="none" rotWithShape="1">
          <a:gsLst>
            <a:gs pos="25000">
              <a:schemeClr val="accent2">
                <a:lumMod val="67000"/>
              </a:schemeClr>
            </a:gs>
            <a:gs pos="100000">
              <a:schemeClr val="accent2">
                <a:lumMod val="60000"/>
                <a:lumOff val="40000"/>
              </a:schemeClr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6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accent6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932C736B-20BB-4603-9DD1-FEB85AD9D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2" name="Picture 1" descr="Deloitte logo lockup with Together makes progress tagline">
            <a:extLst>
              <a:ext uri="{FF2B5EF4-FFF2-40B4-BE49-F238E27FC236}">
                <a16:creationId xmlns:a16="http://schemas.microsoft.com/office/drawing/2014/main" id="{BE86AADC-48FD-960B-F4EC-82693FA499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  <p:pic>
        <p:nvPicPr>
          <p:cNvPr id="3" name="Picture 2" descr="Deloitte logo lockup with Together makes progress tagline">
            <a:extLst>
              <a:ext uri="{FF2B5EF4-FFF2-40B4-BE49-F238E27FC236}">
                <a16:creationId xmlns:a16="http://schemas.microsoft.com/office/drawing/2014/main" id="{0EB08596-6566-04B7-6E40-E9321F1A98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699585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Dark-Bright gradient">
    <p:bg bwMode="gray">
      <p:bgPr>
        <a:gradFill flip="none" rotWithShape="1">
          <a:gsLst>
            <a:gs pos="25000">
              <a:schemeClr val="accent2">
                <a:lumMod val="67000"/>
              </a:schemeClr>
            </a:gs>
            <a:gs pos="100000">
              <a:schemeClr val="accent2">
                <a:lumMod val="60000"/>
                <a:lumOff val="40000"/>
              </a:schemeClr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1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6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accent6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932C736B-20BB-4603-9DD1-FEB85AD9D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04341075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Full bleed image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A239FF85-CD49-BB35-3695-75C424AD973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</p:spTree>
    <p:extLst>
      <p:ext uri="{BB962C8B-B14F-4D97-AF65-F5344CB8AC3E}">
        <p14:creationId xmlns:p14="http://schemas.microsoft.com/office/powerpoint/2010/main" val="350947572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Glow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622674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 descr="A green circle on a green background&#10;&#10;AI-generated content may be incorrect.">
            <a:extLst>
              <a:ext uri="{FF2B5EF4-FFF2-40B4-BE49-F238E27FC236}">
                <a16:creationId xmlns:a16="http://schemas.microsoft.com/office/drawing/2014/main" id="{45E3228C-6488-D962-AD57-9F2A5C5896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  <p:sp>
        <p:nvSpPr>
          <p:cNvPr id="5" name="CaseCode">
            <a:extLst>
              <a:ext uri="{FF2B5EF4-FFF2-40B4-BE49-F238E27FC236}">
                <a16:creationId xmlns:a16="http://schemas.microsoft.com/office/drawing/2014/main" id="{731E6BB5-C9D1-E35B-D6D9-245F1063E86F}"/>
              </a:ext>
            </a:extLst>
          </p:cNvPr>
          <p:cNvSpPr txBox="1"/>
          <p:nvPr userDrawn="1"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8B5B05F3-7BE5-74BC-C267-D563E5B2A301}"/>
              </a:ext>
            </a:extLst>
          </p:cNvPr>
          <p:cNvSpPr txBox="1"/>
          <p:nvPr userDrawn="1"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82C802-4131-8DA8-7683-E68E2E309BA0}"/>
              </a:ext>
            </a:extLst>
          </p:cNvPr>
          <p:cNvSpPr txBox="1"/>
          <p:nvPr userDrawn="1"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bg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2671CB7-EA0F-58E4-4174-1D1922A3AB2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0" y="3098800"/>
            <a:ext cx="12192000" cy="660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5000"/>
              </a:lnSpc>
              <a:spcAft>
                <a:spcPts val="0"/>
              </a:spcAft>
              <a:buNone/>
              <a:defRPr sz="36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398468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United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819038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9D2CC364-3A56-4B32-F356-4C27AC2B9CA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0" y="3098800"/>
            <a:ext cx="12192000" cy="660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5000"/>
              </a:lnSpc>
              <a:spcAft>
                <a:spcPts val="0"/>
              </a:spcAft>
              <a:buNone/>
              <a:defRPr sz="36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Click to add text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6B8C9E7-4466-7BA5-F810-207C3AD47343}"/>
              </a:ext>
            </a:extLst>
          </p:cNvPr>
          <p:cNvSpPr/>
          <p:nvPr userDrawn="1"/>
        </p:nvSpPr>
        <p:spPr bwMode="gray">
          <a:xfrm>
            <a:off x="0" y="6134100"/>
            <a:ext cx="12192000" cy="723900"/>
          </a:xfrm>
          <a:prstGeom prst="rect">
            <a:avLst/>
          </a:prstGeom>
          <a:solidFill>
            <a:schemeClr val="tx1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GB" sz="1600" b="1" dirty="0">
              <a:solidFill>
                <a:schemeClr val="bg1"/>
              </a:solidFill>
            </a:endParaRPr>
          </a:p>
        </p:txBody>
      </p:sp>
      <p:pic>
        <p:nvPicPr>
          <p:cNvPr id="2" name="Picture 1" descr="A circle of small green and blue dots&#10;&#10;Description automatically generated">
            <a:extLst>
              <a:ext uri="{FF2B5EF4-FFF2-40B4-BE49-F238E27FC236}">
                <a16:creationId xmlns:a16="http://schemas.microsoft.com/office/drawing/2014/main" id="{56245C15-57A3-6DF3-1754-20E77EB5CAD9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95" t="20842" r="-653" b="1044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aseCode">
            <a:extLst>
              <a:ext uri="{FF2B5EF4-FFF2-40B4-BE49-F238E27FC236}">
                <a16:creationId xmlns:a16="http://schemas.microsoft.com/office/drawing/2014/main" id="{5B845E89-F80E-32AE-4F61-BAF2AA74950B}"/>
              </a:ext>
            </a:extLst>
          </p:cNvPr>
          <p:cNvSpPr txBox="1"/>
          <p:nvPr userDrawn="1"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7" name="Copyright">
            <a:extLst>
              <a:ext uri="{FF2B5EF4-FFF2-40B4-BE49-F238E27FC236}">
                <a16:creationId xmlns:a16="http://schemas.microsoft.com/office/drawing/2014/main" id="{B7CF71EE-0CD0-8C9C-7BDE-2A50106D047E}"/>
              </a:ext>
            </a:extLst>
          </p:cNvPr>
          <p:cNvSpPr txBox="1"/>
          <p:nvPr userDrawn="1"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2026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B2E2EDCA-A039-A543-5967-C567708E407B}"/>
              </a:ext>
            </a:extLst>
          </p:cNvPr>
          <p:cNvSpPr txBox="1"/>
          <p:nvPr userDrawn="1"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bg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023914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Pale Green">
    <p:bg bwMode="gray"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Code">
            <a:extLst>
              <a:ext uri="{FF2B5EF4-FFF2-40B4-BE49-F238E27FC236}">
                <a16:creationId xmlns:a16="http://schemas.microsoft.com/office/drawing/2014/main" id="{67FC27F4-B029-8F10-CF8E-13A946A025B5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89AEA1EB-B05E-844E-88AE-0B79DF479CCD}"/>
              </a:ext>
            </a:extLst>
          </p:cNvPr>
          <p:cNvSpPr txBox="1"/>
          <p:nvPr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97C4E0-E9D0-9FCD-AFF6-A164148A4809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accent4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237997-F2A9-D664-587D-4BF3816A0D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accent4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3035336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Green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aseCode">
            <a:extLst>
              <a:ext uri="{FF2B5EF4-FFF2-40B4-BE49-F238E27FC236}">
                <a16:creationId xmlns:a16="http://schemas.microsoft.com/office/drawing/2014/main" id="{ADBA1BC3-DF0A-C7C2-54F8-FADB09EEDB7D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80879667-8E19-0A8A-570B-A31B8E1A0A23}"/>
              </a:ext>
            </a:extLst>
          </p:cNvPr>
          <p:cNvSpPr txBox="1"/>
          <p:nvPr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651E4B-6F26-F51C-0F00-AA71F4B0CCCE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tx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12CD58D-2BFB-3387-A814-C06828E88C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tx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0413108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Pale-Deloitte Green gradient">
    <p:bg bwMode="gray">
      <p:bgPr>
        <a:gradFill>
          <a:gsLst>
            <a:gs pos="99000">
              <a:schemeClr val="accent1"/>
            </a:gs>
            <a:gs pos="28000">
              <a:schemeClr val="accent6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aseCode">
            <a:extLst>
              <a:ext uri="{FF2B5EF4-FFF2-40B4-BE49-F238E27FC236}">
                <a16:creationId xmlns:a16="http://schemas.microsoft.com/office/drawing/2014/main" id="{ADBA1BC3-DF0A-C7C2-54F8-FADB09EEDB7D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80879667-8E19-0A8A-570B-A31B8E1A0A23}"/>
              </a:ext>
            </a:extLst>
          </p:cNvPr>
          <p:cNvSpPr txBox="1"/>
          <p:nvPr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651E4B-6F26-F51C-0F00-AA71F4B0CCCE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accent4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6288D3C-20C4-200E-7A39-8253F3E6AD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accent4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65995880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Deep Green">
    <p:bg bwMode="gray"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aseCode">
            <a:extLst>
              <a:ext uri="{FF2B5EF4-FFF2-40B4-BE49-F238E27FC236}">
                <a16:creationId xmlns:a16="http://schemas.microsoft.com/office/drawing/2014/main" id="{F684A669-26C5-90D5-704C-199677EB5DCB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7BB995-EE99-3880-DCE6-C93F71A128CE}"/>
              </a:ext>
            </a:extLst>
          </p:cNvPr>
          <p:cNvSpPr txBox="1"/>
          <p:nvPr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1CC79A-BB5E-1920-0382-D1E9D54533B4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bg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7582AB9-92F7-B2E5-BF9C-744E1F477F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6099504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ark-Bright gradient ">
    <p:bg bwMode="gray">
      <p:bgPr>
        <a:gradFill flip="none" rotWithShape="1">
          <a:gsLst>
            <a:gs pos="25000">
              <a:schemeClr val="accent2">
                <a:lumMod val="67000"/>
              </a:schemeClr>
            </a:gs>
            <a:gs pos="100000">
              <a:schemeClr val="accent2">
                <a:lumMod val="60000"/>
                <a:lumOff val="40000"/>
              </a:schemeClr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Code">
            <a:extLst>
              <a:ext uri="{FF2B5EF4-FFF2-40B4-BE49-F238E27FC236}">
                <a16:creationId xmlns:a16="http://schemas.microsoft.com/office/drawing/2014/main" id="{2FC75865-6F76-C54E-DF22-E2B4689596A8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4D8129D5-9039-E8B3-5F13-E4574BC308FD}"/>
              </a:ext>
            </a:extLst>
          </p:cNvPr>
          <p:cNvSpPr txBox="1"/>
          <p:nvPr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CBBC4D-3C0B-94BF-1ABE-F74D334FD22C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tx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559336F-A28E-132F-AE15-43D8D49F24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217764879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Bright Green">
    <p:bg bwMode="gray"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Code">
            <a:extLst>
              <a:ext uri="{FF2B5EF4-FFF2-40B4-BE49-F238E27FC236}">
                <a16:creationId xmlns:a16="http://schemas.microsoft.com/office/drawing/2014/main" id="{1F8EA9CE-A4FD-7F07-8A19-61F161FECD5F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8" name="Copyright">
            <a:extLst>
              <a:ext uri="{FF2B5EF4-FFF2-40B4-BE49-F238E27FC236}">
                <a16:creationId xmlns:a16="http://schemas.microsoft.com/office/drawing/2014/main" id="{EFB2FD2C-2339-18D3-FE74-70FF8DBE712E}"/>
              </a:ext>
            </a:extLst>
          </p:cNvPr>
          <p:cNvSpPr txBox="1"/>
          <p:nvPr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2674E4-36E3-6473-BA52-EF41006ED287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tx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F4FDF0-825B-9D05-FCBA-CD50EF6CC8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tx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02060440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Black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itle 1">
            <a:extLst>
              <a:ext uri="{FF2B5EF4-FFF2-40B4-BE49-F238E27FC236}">
                <a16:creationId xmlns:a16="http://schemas.microsoft.com/office/drawing/2014/main" id="{5F35D1E1-7A9C-AE7F-744F-00D2D0F343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1862984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Full blee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2AA0174D-B09C-4960-94D1-79FD4D04BD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EE1843C-9C47-5853-9CCF-75A6755EA0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tx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776662715"/>
      </p:ext>
    </p:extLst>
  </p:cSld>
  <p:clrMapOvr>
    <a:masterClrMapping/>
  </p:clrMapOvr>
  <p:transition>
    <p:fade/>
  </p:transition>
  <p:hf hd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96593EEB-1CDC-4080-8C11-602DEAE102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153599953"/>
      </p:ext>
    </p:extLst>
  </p:cSld>
  <p:clrMapOvr>
    <a:masterClrMapping/>
  </p:clrMapOvr>
  <p:transition>
    <p:fade/>
  </p:transition>
  <p:hf hd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FB05972C-4EB5-02E5-D3B3-796AF5ABC9A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067857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B05972C-4EB5-02E5-D3B3-796AF5ABC9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8A9CD2DA-AA83-4DCB-8501-DE5878CC0B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53565A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2567164D-98D6-14DE-1654-8043100211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516246814"/>
      </p:ext>
    </p:extLst>
  </p:cSld>
  <p:clrMapOvr>
    <a:masterClrMapping/>
  </p:clrMapOvr>
  <p:transition>
    <p:fade/>
  </p:transition>
  <p:hf hd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F85DDA7-785E-780B-BC9A-4216E2C1F3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8476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F85DDA7-785E-780B-BC9A-4216E2C1F3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463DAA5C-077F-FE00-63CE-03BEF637C37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53565A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06929E50-6BC7-6A16-7F97-75FA3937A2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7A91D16B-BB64-A40E-E0AF-EBC7EE7F2F0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9900" y="1682496"/>
            <a:ext cx="11274552" cy="46802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2pPr>
            <a:lvl3pPr marL="36576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3pPr>
            <a:lvl4pPr marL="548640" indent="-18288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4pPr>
            <a:lvl5pPr marL="73152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46829878"/>
      </p:ext>
    </p:extLst>
  </p:cSld>
  <p:clrMapOvr>
    <a:masterClrMapping/>
  </p:clrMapOvr>
  <p:transition>
    <p:fade/>
  </p:transition>
  <p:hf hd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4AD4D43-3315-8098-AB60-0D1E2B6691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03564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AD4D43-3315-8098-AB60-0D1E2B6691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5486400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 hasCustomPrompt="1"/>
          </p:nvPr>
        </p:nvSpPr>
        <p:spPr>
          <a:xfrm>
            <a:off x="6250845" y="1682496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/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/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/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/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ADD490B8-B418-78D3-2E0B-461A61F706D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53565A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8333EA7F-716E-CA3B-831D-4E6ADC7C21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099169720"/>
      </p:ext>
    </p:extLst>
  </p:cSld>
  <p:clrMapOvr>
    <a:masterClrMapping/>
  </p:clrMapOvr>
  <p:transition>
    <p:fade/>
  </p:transition>
  <p:hf hd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A63C211-FBF0-0771-BE99-47E7028BD22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759974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A63C211-FBF0-0771-BE99-47E7028BD2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BFED540D-3BF1-4047-9D69-9C3EB9B9455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8B191C74-910B-0CFC-9067-143443C4A2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53565A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9F0BB36C-DE52-CFD5-6483-3AF9FFFA10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F857E55-4828-A256-F67F-37E4E75E229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2903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495ED2B-E3BF-3456-BD7E-366BCEB6195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8816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8753875"/>
      </p:ext>
    </p:extLst>
  </p:cSld>
  <p:clrMapOvr>
    <a:masterClrMapping/>
  </p:clrMapOvr>
  <p:transition>
    <p:fade/>
  </p:transition>
  <p:hf hd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18030CB-8A1E-7879-CA68-10EA5C7AECB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8600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8030CB-8A1E-7879-CA68-10EA5C7AEC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93F994E-D5B3-4236-9E8D-771F764DB8E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C1C52B-7D74-06BE-C3B3-ED2F2596A87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30019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A683BB7-E6EB-C2E9-3FCA-D699A39C712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90138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D39A810-CF4D-8CC1-23AA-003EFA30A76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050256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FB60B513-6C68-425A-86AC-3FC42F4B2B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D9257AFC-2713-6B3B-F635-37B6D88CC3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8897783"/>
      </p:ext>
    </p:extLst>
  </p:cSld>
  <p:clrMapOvr>
    <a:masterClrMapping/>
  </p:clrMapOvr>
  <p:transition>
    <p:fade/>
  </p:transition>
  <p:hf hd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F484570F-AB85-4401-FAD0-3C8AAB53FCC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889327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84570F-AB85-4401-FAD0-3C8AAB53FC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0D8F34B8-DFAD-6DD7-E1A1-4572B7969DD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57200" y="1880213"/>
            <a:ext cx="1476000" cy="1476000"/>
          </a:xfrm>
          <a:ln>
            <a:noFill/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0D3C277-40A7-31AF-87D8-848A84CDC70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49842" y="1880213"/>
            <a:ext cx="1476000" cy="1476000"/>
          </a:xfrm>
          <a:ln>
            <a:noFill/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6B0BFB5D-1E54-FF08-195B-949B6341E16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57200" y="4256213"/>
            <a:ext cx="1476000" cy="1476000"/>
          </a:xfrm>
          <a:ln>
            <a:noFill/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B70C4541-64E0-0D36-F531-9180AEBAADA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56583" y="4256213"/>
            <a:ext cx="1476000" cy="1476000"/>
          </a:xfrm>
          <a:ln>
            <a:noFill/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4FC28274-B484-ADCB-6FAD-CD816034B79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104052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D3FBE01-C9A4-F88D-C153-2816D6207A4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89188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004DE48-1AC3-4F21-0968-B3890904434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04052" y="4256213"/>
            <a:ext cx="384962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84A23D9-9F8C-5A70-1B87-0DD004B8D96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86933" y="4256213"/>
            <a:ext cx="3848355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1455C2-E21F-06D2-DADD-7FD7A0C6A036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B116F3-3D63-C235-3E40-D7EA6B934CF2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46C436-A721-2D60-1AEA-13F0DD3A9223}"/>
              </a:ext>
            </a:extLst>
          </p:cNvPr>
          <p:cNvSpPr/>
          <p:nvPr/>
        </p:nvSpPr>
        <p:spPr>
          <a:xfrm>
            <a:off x="6245352" y="4044901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2ED75E-FA16-E5BA-B5F1-A58E06F1A408}"/>
              </a:ext>
            </a:extLst>
          </p:cNvPr>
          <p:cNvSpPr/>
          <p:nvPr/>
        </p:nvSpPr>
        <p:spPr>
          <a:xfrm>
            <a:off x="457200" y="4044901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67D2A86E-3485-4064-F11B-592641772D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53565A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E96810A4-9AE7-5408-F486-24386EEDA4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502570706"/>
      </p:ext>
    </p:extLst>
  </p:cSld>
  <p:clrMapOvr>
    <a:masterClrMapping/>
  </p:clrMapOvr>
  <p:transition>
    <p:fade/>
  </p:transition>
  <p:hf hd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338C8E8-5CC7-2DA0-0253-B90F98C6FD3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4717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38C8E8-5CC7-2DA0-0253-B90F98C6FD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DD670E7F-2D5F-E74D-FF59-5BD6C5BC34F1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D4E13F-35DC-E442-82C0-9B5EE61D2906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32DA993B-B409-E5C0-E8A1-3920C08FA40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476744" y="1883664"/>
            <a:ext cx="1476000" cy="1476000"/>
          </a:xfrm>
          <a:ln>
            <a:noFill/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9EA35630-FAAB-0992-9BD2-E2CF77317F5E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58285" y="1883664"/>
            <a:ext cx="1476000" cy="1476000"/>
          </a:xfrm>
          <a:ln>
            <a:noFill/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F362A436-16E9-8D92-CE75-CF090274A9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53565A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1CE7ED7B-D3F7-0C2D-3D7F-23B03A315C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4A6BC76D-8B27-508E-2FA1-4B668FF32EE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7200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C91076D-2B86-9AF3-18AC-3BF3B094050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50493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89A445A-42B3-EBFA-8922-62959EFA0423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57200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9AF1B057-ABA1-7B5A-87C8-FD35492C6CB7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250493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1478124"/>
      </p:ext>
    </p:extLst>
  </p:cSld>
  <p:clrMapOvr>
    <a:masterClrMapping/>
  </p:clrMapOvr>
  <p:transition>
    <p:fade/>
  </p:transition>
  <p:hf hd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4189870"/>
            <a:ext cx="8566108" cy="2169796"/>
          </a:xfr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defRPr sz="800" b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" name="Picture 1" descr="Deloitte logo">
            <a:extLst>
              <a:ext uri="{FF2B5EF4-FFF2-40B4-BE49-F238E27FC236}">
                <a16:creationId xmlns:a16="http://schemas.microsoft.com/office/drawing/2014/main" id="{1BEBA89D-3AAC-3CB0-C580-EB5B545736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021166"/>
      </p:ext>
    </p:extLst>
  </p:cSld>
  <p:clrMapOvr>
    <a:masterClrMapping/>
  </p:clrMapOvr>
  <p:hf hd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5F1E13-4418-598B-C074-12679788BEC1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A961EAC-1FA5-0FDD-A3C9-C201168F760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76FE64C-1B0D-9ED0-06EE-18AB27B1B8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0BDCA0-170F-9CD6-736F-61D6DB7637DE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9176619"/>
      </p:ext>
    </p:extLst>
  </p:cSld>
  <p:clrMapOvr>
    <a:masterClrMapping/>
  </p:clrMapOvr>
  <p:transition>
    <p:fade/>
  </p:transition>
  <p:hf hd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F85DDA7-785E-780B-BC9A-4216E2C1F3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8476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F85DDA7-785E-780B-BC9A-4216E2C1F3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7A91D16B-BB64-A40E-E0AF-EBC7EE7F2F0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9900" y="1682496"/>
            <a:ext cx="11274552" cy="46802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2pPr>
            <a:lvl3pPr marL="36576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3pPr>
            <a:lvl4pPr marL="548640" indent="-18288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4pPr>
            <a:lvl5pPr marL="73152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9198A8-E422-E08B-1999-D575365416BF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2CE27D6-13F3-7804-83B8-3812226E3D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B822AB7-E232-4B55-B95C-CA9751788E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F98E4A-3C3F-467B-D987-D07B2DB9C93B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8455440"/>
      </p:ext>
    </p:extLst>
  </p:cSld>
  <p:clrMapOvr>
    <a:masterClrMapping/>
  </p:clrMapOvr>
  <p:transition>
    <p:fade/>
  </p:transition>
  <p:hf hd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4AD4D43-3315-8098-AB60-0D1E2B6691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03564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AD4D43-3315-8098-AB60-0D1E2B6691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5486400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 hasCustomPrompt="1"/>
          </p:nvPr>
        </p:nvSpPr>
        <p:spPr>
          <a:xfrm>
            <a:off x="6250845" y="1678966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/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/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/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/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FB8886-D787-57CC-4B10-F09532715B75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FD6F8B2B-EBB5-CB17-4C07-237EAA5302C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C13D045-AC7E-62E1-6E54-7989A19318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9ADC3A-733E-B0C3-7E56-F3F1B58EF9C5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3530930"/>
      </p:ext>
    </p:extLst>
  </p:cSld>
  <p:clrMapOvr>
    <a:masterClrMapping/>
  </p:clrMapOvr>
  <p:transition>
    <p:fade/>
  </p:transition>
  <p:hf hd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A63C211-FBF0-0771-BE99-47E7028BD22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759974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A63C211-FBF0-0771-BE99-47E7028BD2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BFED540D-3BF1-4047-9D69-9C3EB9B9455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F857E55-4828-A256-F67F-37E4E75E229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2903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495ED2B-E3BF-3456-BD7E-366BCEB6195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8816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ABC34C-6400-5284-175F-DCBC0FF4C458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25E4855-50D5-167C-20FC-36634EF2A76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5FBAF71-9ABA-E5E3-92E4-D3B880CF48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29BAB5-7E18-7CA4-E491-CFBBC15D414C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1872240"/>
      </p:ext>
    </p:extLst>
  </p:cSld>
  <p:clrMapOvr>
    <a:masterClrMapping/>
  </p:clrMapOvr>
  <p:transition>
    <p:fade/>
  </p:transition>
  <p:hf hd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4 columns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18030CB-8A1E-7879-CA68-10EA5C7AECB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8600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8030CB-8A1E-7879-CA68-10EA5C7AEC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93F994E-D5B3-4236-9E8D-771F764DB8E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C1C52B-7D74-06BE-C3B3-ED2F2596A87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30019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A683BB7-E6EB-C2E9-3FCA-D699A39C712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90138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D39A810-CF4D-8CC1-23AA-003EFA30A76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050256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856A78-3545-9D7B-9B1D-9AE4F55FC8F3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38E7C72-C010-DA66-DF7D-35A25DD79F9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E208F306-D5E9-9F07-9D03-6822787DE5F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26C966-CA27-94D4-324B-5F76A1FC3EA0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6908113"/>
      </p:ext>
    </p:extLst>
  </p:cSld>
  <p:clrMapOvr>
    <a:masterClrMapping/>
  </p:clrMapOvr>
  <p:transition>
    <p:fade/>
  </p:transition>
  <p:hf hd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F484570F-AB85-4401-FAD0-3C8AAB53FCC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889327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84570F-AB85-4401-FAD0-3C8AAB53FC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0D8F34B8-DFAD-6DD7-E1A1-4572B7969DD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57200" y="1880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0D3C277-40A7-31AF-87D8-848A84CDC70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49842" y="1880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6B0BFB5D-1E54-FF08-195B-949B6341E16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57200" y="4256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B70C4541-64E0-0D36-F531-9180AEBAADA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56583" y="4256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4FC28274-B484-ADCB-6FAD-CD816034B79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104052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D3FBE01-C9A4-F88D-C153-2816D6207A4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89188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004DE48-1AC3-4F21-0968-B3890904434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04052" y="4256213"/>
            <a:ext cx="384962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84A23D9-9F8C-5A70-1B87-0DD004B8D96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86933" y="4256213"/>
            <a:ext cx="3848355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1455C2-E21F-06D2-DADD-7FD7A0C6A036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B116F3-3D63-C235-3E40-D7EA6B934CF2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46C436-A721-2D60-1AEA-13F0DD3A9223}"/>
              </a:ext>
            </a:extLst>
          </p:cNvPr>
          <p:cNvSpPr/>
          <p:nvPr/>
        </p:nvSpPr>
        <p:spPr>
          <a:xfrm>
            <a:off x="6245352" y="4044901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2ED75E-FA16-E5BA-B5F1-A58E06F1A408}"/>
              </a:ext>
            </a:extLst>
          </p:cNvPr>
          <p:cNvSpPr/>
          <p:nvPr/>
        </p:nvSpPr>
        <p:spPr>
          <a:xfrm>
            <a:off x="457200" y="4044901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3C72F6-78BA-1C5C-0E41-3928DBA9B4D8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1779F49E-3102-B8AE-3214-0E5933FEBBA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36BED1F-8F10-CF1B-922C-6719E90171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74E6B2-A34D-D64D-6B7B-7A40DF2A7243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188365"/>
      </p:ext>
    </p:extLst>
  </p:cSld>
  <p:clrMapOvr>
    <a:masterClrMapping/>
  </p:clrMapOvr>
  <p:transition>
    <p:fade/>
  </p:transition>
  <p:hf hd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338C8E8-5CC7-2DA0-0253-B90F98C6FD3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4717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38C8E8-5CC7-2DA0-0253-B90F98C6FD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DD670E7F-2D5F-E74D-FF59-5BD6C5BC34F1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D4E13F-35DC-E442-82C0-9B5EE61D2906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32DA993B-B409-E5C0-E8A1-3920C08FA40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476744" y="1883664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9EA35630-FAAB-0992-9BD2-E2CF77317F5E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58285" y="1883664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4A6BC76D-8B27-508E-2FA1-4B668FF32EE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7200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C91076D-2B86-9AF3-18AC-3BF3B094050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50493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89A445A-42B3-EBFA-8922-62959EFA0423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57200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9AF1B057-ABA1-7B5A-87C8-FD35492C6CB7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250493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713351-1050-58DB-B581-362137AA9D6A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E3461D73-65A9-1349-DCD3-96DBD604FF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2306E346-2203-9121-093F-71FADAF07A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2385F7-0E68-136E-49BA-D113551EF594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8923985"/>
      </p:ext>
    </p:extLst>
  </p:cSld>
  <p:clrMapOvr>
    <a:masterClrMapping/>
  </p:clrMapOvr>
  <p:transition>
    <p:fade/>
  </p:transition>
  <p:hf hd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5F1E13-4418-598B-C074-12679788BEC1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A961EAC-1FA5-0FDD-A3C9-C201168F760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76FE64C-1B0D-9ED0-06EE-18AB27B1B8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0BDCA0-170F-9CD6-736F-61D6DB7637DE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4254996"/>
      </p:ext>
    </p:extLst>
  </p:cSld>
  <p:clrMapOvr>
    <a:masterClrMapping/>
  </p:clrMapOvr>
  <p:transition>
    <p:fade/>
  </p:transition>
  <p:hf hd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F85DDA7-785E-780B-BC9A-4216E2C1F3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8476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F85DDA7-785E-780B-BC9A-4216E2C1F3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7A91D16B-BB64-A40E-E0AF-EBC7EE7F2F0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9900" y="1682496"/>
            <a:ext cx="11274552" cy="46802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2pPr>
            <a:lvl3pPr marL="36576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3pPr>
            <a:lvl4pPr marL="548640" indent="-18288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4pPr>
            <a:lvl5pPr marL="73152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9198A8-E422-E08B-1999-D575365416BF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2CE27D6-13F3-7804-83B8-3812226E3D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B822AB7-E232-4B55-B95C-CA9751788E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F98E4A-3C3F-467B-D987-D07B2DB9C93B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63129"/>
      </p:ext>
    </p:extLst>
  </p:cSld>
  <p:clrMapOvr>
    <a:masterClrMapping/>
  </p:clrMapOvr>
  <p:transition>
    <p:fade/>
  </p:transition>
  <p:hf hd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4AD4D43-3315-8098-AB60-0D1E2B6691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03564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AD4D43-3315-8098-AB60-0D1E2B6691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5486400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 hasCustomPrompt="1"/>
          </p:nvPr>
        </p:nvSpPr>
        <p:spPr>
          <a:xfrm>
            <a:off x="6250845" y="1682496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/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/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/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/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FB8886-D787-57CC-4B10-F09532715B75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FD6F8B2B-EBB5-CB17-4C07-237EAA5302C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C13D045-AC7E-62E1-6E54-7989A19318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9ADC3A-733E-B0C3-7E56-F3F1B58EF9C5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4486067"/>
      </p:ext>
    </p:extLst>
  </p:cSld>
  <p:clrMapOvr>
    <a:masterClrMapping/>
  </p:clrMapOvr>
  <p:transition>
    <p:fade/>
  </p:transition>
  <p:hf hd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A63C211-FBF0-0771-BE99-47E7028BD22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759974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A63C211-FBF0-0771-BE99-47E7028BD2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BFED540D-3BF1-4047-9D69-9C3EB9B9455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F857E55-4828-A256-F67F-37E4E75E229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2903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495ED2B-E3BF-3456-BD7E-366BCEB6195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8816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ABC34C-6400-5284-175F-DCBC0FF4C458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25E4855-50D5-167C-20FC-36634EF2A76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5FBAF71-9ABA-E5E3-92E4-D3B880CF48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29BAB5-7E18-7CA4-E491-CFBBC15D414C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5045997"/>
      </p:ext>
    </p:extLst>
  </p:cSld>
  <p:clrMapOvr>
    <a:masterClrMapping/>
  </p:clrMapOvr>
  <p:transition>
    <p:fade/>
  </p:transition>
  <p:hf hd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4 columns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18030CB-8A1E-7879-CA68-10EA5C7AECB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8600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8030CB-8A1E-7879-CA68-10EA5C7AEC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93F994E-D5B3-4236-9E8D-771F764DB8E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C1C52B-7D74-06BE-C3B3-ED2F2596A87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30019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A683BB7-E6EB-C2E9-3FCA-D699A39C712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90138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D39A810-CF4D-8CC1-23AA-003EFA30A76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050256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856A78-3545-9D7B-9B1D-9AE4F55FC8F3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38E7C72-C010-DA66-DF7D-35A25DD79F9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E208F306-D5E9-9F07-9D03-6822787DE5F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26C966-CA27-94D4-324B-5F76A1FC3EA0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5075143"/>
      </p:ext>
    </p:extLst>
  </p:cSld>
  <p:clrMapOvr>
    <a:masterClrMapping/>
  </p:clrMapOvr>
  <p:transition>
    <p:fade/>
  </p:transition>
  <p:hf hd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F484570F-AB85-4401-FAD0-3C8AAB53FCC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889327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84570F-AB85-4401-FAD0-3C8AAB53FC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0D8F34B8-DFAD-6DD7-E1A1-4572B7969DD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57200" y="1880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0D3C277-40A7-31AF-87D8-848A84CDC70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49842" y="1880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6B0BFB5D-1E54-FF08-195B-949B6341E16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57200" y="4256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B70C4541-64E0-0D36-F531-9180AEBAADA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56583" y="4256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4FC28274-B484-ADCB-6FAD-CD816034B79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104052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D3FBE01-C9A4-F88D-C153-2816D6207A4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89188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004DE48-1AC3-4F21-0968-B3890904434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04052" y="4256213"/>
            <a:ext cx="384962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84A23D9-9F8C-5A70-1B87-0DD004B8D96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86933" y="4256213"/>
            <a:ext cx="3848355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1455C2-E21F-06D2-DADD-7FD7A0C6A036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B116F3-3D63-C235-3E40-D7EA6B934CF2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46C436-A721-2D60-1AEA-13F0DD3A9223}"/>
              </a:ext>
            </a:extLst>
          </p:cNvPr>
          <p:cNvSpPr/>
          <p:nvPr/>
        </p:nvSpPr>
        <p:spPr>
          <a:xfrm>
            <a:off x="6245352" y="4044901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2ED75E-FA16-E5BA-B5F1-A58E06F1A408}"/>
              </a:ext>
            </a:extLst>
          </p:cNvPr>
          <p:cNvSpPr/>
          <p:nvPr/>
        </p:nvSpPr>
        <p:spPr>
          <a:xfrm>
            <a:off x="457200" y="4044901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3C72F6-78BA-1C5C-0E41-3928DBA9B4D8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1779F49E-3102-B8AE-3214-0E5933FEBBA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36BED1F-8F10-CF1B-922C-6719E90171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74E6B2-A34D-D64D-6B7B-7A40DF2A7243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553440"/>
      </p:ext>
    </p:extLst>
  </p:cSld>
  <p:clrMapOvr>
    <a:masterClrMapping/>
  </p:clrMapOvr>
  <p:transition>
    <p:fade/>
  </p:transition>
  <p:hf hd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338C8E8-5CC7-2DA0-0253-B90F98C6FD3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4717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38C8E8-5CC7-2DA0-0253-B90F98C6FD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DD670E7F-2D5F-E74D-FF59-5BD6C5BC34F1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D4E13F-35DC-E442-82C0-9B5EE61D2906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32DA993B-B409-E5C0-E8A1-3920C08FA40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476744" y="1883664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9EA35630-FAAB-0992-9BD2-E2CF77317F5E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58285" y="1883664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4A6BC76D-8B27-508E-2FA1-4B668FF32EE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7200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C91076D-2B86-9AF3-18AC-3BF3B094050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50493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89A445A-42B3-EBFA-8922-62959EFA0423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57200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9AF1B057-ABA1-7B5A-87C8-FD35492C6CB7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250493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713351-1050-58DB-B581-362137AA9D6A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E3461D73-65A9-1349-DCD3-96DBD604FF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2306E346-2203-9121-093F-71FADAF07A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2385F7-0E68-136E-49BA-D113551EF594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8946909"/>
      </p:ext>
    </p:extLst>
  </p:cSld>
  <p:clrMapOvr>
    <a:masterClrMapping/>
  </p:clrMapOvr>
  <p:transition>
    <p:fade/>
  </p:transition>
  <p:hf hd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341A6448-2CDA-7D6D-F1A0-347696B21B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2590089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-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98D36622-3315-0885-4F7E-8CCDE0C2BA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53E8942A-B484-29A8-C101-63496BEA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84697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hf hd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9C36FB10-1EF5-A9A4-577D-A18DA4D1207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793236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C36FB10-1EF5-A9A4-577D-A18DA4D120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FB46B341-3430-2348-6D11-485200BFA99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9900" y="1682496"/>
            <a:ext cx="11274552" cy="4681728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>
                <a:tab pos="3771900" algn="r"/>
              </a:tabLst>
              <a:defRPr/>
            </a:pPr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F99282DB-7705-38D1-75C5-92BD76D91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2F2C4463-3F55-0B57-ECFE-555C0A1782B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116751606"/>
      </p:ext>
    </p:extLst>
  </p:cSld>
  <p:clrMapOvr>
    <a:masterClrMapping/>
  </p:clrMapOvr>
  <p:transition>
    <p:fade/>
  </p:transition>
  <p:hf hd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05E6F299-A818-CA93-A927-F61A877DA2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613879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5E6F299-A818-CA93-A927-F61A877DA2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>
                <a:tab pos="3771900" algn="r"/>
              </a:tabLst>
              <a:defRPr/>
            </a:pPr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8D6FEAFF-2B74-1B3D-168E-42A9A695E1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2DF503BF-FE6C-E555-3A41-CFFD641471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45E59B36-2F4F-A0E8-D1A8-C198F28B171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49579" y="1682496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>
                <a:tab pos="3771900" algn="r"/>
              </a:tabLst>
              <a:defRPr/>
            </a:pPr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6380655"/>
      </p:ext>
    </p:extLst>
  </p:cSld>
  <p:clrMapOvr>
    <a:masterClrMapping/>
  </p:clrMapOvr>
  <p:transition>
    <p:fade/>
  </p:transition>
  <p:hf hd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D82120E2-D6C2-D764-40A5-E97D481216B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522964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82120E2-D6C2-D764-40A5-E97D481216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BFED540D-3BF1-4047-9D69-9C3EB9B9455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7413E34D-A983-4D25-B3D7-D7643F6035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6F14D54C-54B5-CC50-7E64-122407456A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0E9C8C-3361-2EBB-1420-4D27917305A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31462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CD594323-BB1E-32C6-75D1-37D14037392C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93024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53788966"/>
      </p:ext>
    </p:extLst>
  </p:cSld>
  <p:clrMapOvr>
    <a:masterClrMapping/>
  </p:clrMapOvr>
  <p:transition>
    <p:fade/>
  </p:transition>
  <p:hf hd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4 columns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0AF0D7E5-2029-3151-0D44-92D925760B0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431203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AF0D7E5-2029-3151-0D44-92D925760B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93F994E-D5B3-4236-9E8D-771F764DB8E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286DEB7A-2D80-0936-9E40-8E28EEB0EB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67F64B02-86CD-B81B-86B2-05391A92AC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9EE392B-1FEE-21B0-181D-C9962A3FE8E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330787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EC71861D-BC3F-2DAD-BA49-86947F937CC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191674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6D62757C-35E9-6C73-1638-E2D99D8D412E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905256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36883267"/>
      </p:ext>
    </p:extLst>
  </p:cSld>
  <p:clrMapOvr>
    <a:masterClrMapping/>
  </p:clrMapOvr>
  <p:transition>
    <p:fade/>
  </p:transition>
  <p:hf hd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3E4C1F1A-C2FD-0E2E-2497-1640B8CFB7F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239920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4C1F1A-C2FD-0E2E-2497-1640B8CFB7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0D8F34B8-DFAD-6DD7-E1A1-4572B7969DD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57200" y="1880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0D3C277-40A7-31AF-87D8-848A84CDC70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45352" y="1880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6B0BFB5D-1E54-FF08-195B-949B6341E16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57200" y="4256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B70C4541-64E0-0D36-F531-9180AEBAADA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45352" y="4256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D3FBE01-C9A4-F88D-C153-2816D6207A4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98040" y="1880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defRPr>
                <a:solidFill>
                  <a:schemeClr val="bg1"/>
                </a:solidFill>
              </a:defRPr>
            </a:lvl3pPr>
            <a:lvl4pPr marL="548640" indent="-182880">
              <a:defRPr>
                <a:solidFill>
                  <a:schemeClr val="bg1"/>
                </a:solidFill>
              </a:defRPr>
            </a:lvl4pPr>
            <a:lvl5pPr marL="73152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004DE48-1AC3-4F21-0968-B3890904434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00744" y="4256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defRPr>
                <a:solidFill>
                  <a:schemeClr val="bg1"/>
                </a:solidFill>
              </a:defRPr>
            </a:lvl3pPr>
            <a:lvl4pPr marL="548640" indent="-182880">
              <a:defRPr>
                <a:solidFill>
                  <a:schemeClr val="bg1"/>
                </a:solidFill>
              </a:defRPr>
            </a:lvl4pPr>
            <a:lvl5pPr marL="73152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84A23D9-9F8C-5A70-1B87-0DD004B8D96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98040" y="4256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defRPr>
                <a:solidFill>
                  <a:schemeClr val="bg1"/>
                </a:solidFill>
              </a:defRPr>
            </a:lvl3pPr>
            <a:lvl4pPr marL="548640" indent="-182880">
              <a:defRPr>
                <a:solidFill>
                  <a:schemeClr val="bg1"/>
                </a:solidFill>
              </a:defRPr>
            </a:lvl4pPr>
            <a:lvl5pPr marL="73152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1455C2-E21F-06D2-DADD-7FD7A0C6A036}"/>
              </a:ext>
            </a:extLst>
          </p:cNvPr>
          <p:cNvSpPr/>
          <p:nvPr/>
        </p:nvSpPr>
        <p:spPr>
          <a:xfrm>
            <a:off x="6254496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B116F3-3D63-C235-3E40-D7EA6B934CF2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46C436-A721-2D60-1AEA-13F0DD3A9223}"/>
              </a:ext>
            </a:extLst>
          </p:cNvPr>
          <p:cNvSpPr/>
          <p:nvPr/>
        </p:nvSpPr>
        <p:spPr>
          <a:xfrm>
            <a:off x="6245352" y="4044901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2ED75E-FA16-E5BA-B5F1-A58E06F1A408}"/>
              </a:ext>
            </a:extLst>
          </p:cNvPr>
          <p:cNvSpPr/>
          <p:nvPr/>
        </p:nvSpPr>
        <p:spPr>
          <a:xfrm>
            <a:off x="450000" y="4044901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98DB5DD3-41BE-3F94-9CAF-1C6AF307A27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100744" y="1880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defRPr>
                <a:solidFill>
                  <a:schemeClr val="bg1"/>
                </a:solidFill>
              </a:defRPr>
            </a:lvl3pPr>
            <a:lvl4pPr marL="548640" indent="-182880">
              <a:defRPr>
                <a:solidFill>
                  <a:schemeClr val="bg1"/>
                </a:solidFill>
              </a:defRPr>
            </a:lvl4pPr>
            <a:lvl5pPr marL="73152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1" name="Title Placeholder 1">
            <a:extLst>
              <a:ext uri="{FF2B5EF4-FFF2-40B4-BE49-F238E27FC236}">
                <a16:creationId xmlns:a16="http://schemas.microsoft.com/office/drawing/2014/main" id="{7685A54B-009E-7531-D093-9C1E6AA6E8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1F09F11E-B446-F54E-C136-D44C717D20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93841633"/>
      </p:ext>
    </p:extLst>
  </p:cSld>
  <p:clrMapOvr>
    <a:masterClrMapping/>
  </p:clrMapOvr>
  <p:transition>
    <p:fade/>
  </p:transition>
  <p:hf hdr="0" dt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A7C7A401-E3C4-4448-BB60-24DC9B089C7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02339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7C7A401-E3C4-4448-BB60-24DC9B089C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DFBE7610-ECB4-CA89-5B4C-9B0C6E8A570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476744" y="1883664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8" name="Picture Placeholder 11">
            <a:extLst>
              <a:ext uri="{FF2B5EF4-FFF2-40B4-BE49-F238E27FC236}">
                <a16:creationId xmlns:a16="http://schemas.microsoft.com/office/drawing/2014/main" id="{6E7011BF-A32B-4689-4585-D2226C8A39D9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78000" y="1883664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BEB426A-016F-1B65-1168-FF2235F36C2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3491918"/>
            <a:ext cx="5495544" cy="288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843CBCEE-6AB3-6F31-A1DF-F3F88E1757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8D7B41BD-8ED5-299A-47F6-EACF78AFCB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746306D7-050B-5308-5E5B-4221EF4A7F66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6245352" y="3491918"/>
            <a:ext cx="5495544" cy="288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6DE0135C-F9C3-EE2B-FE85-1B28EA0EBB82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57200" y="1876425"/>
            <a:ext cx="3922713" cy="14827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59E80491-83AB-C6B3-9191-54EDF5F4418A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239258" y="1876425"/>
            <a:ext cx="3922713" cy="14827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FAF1A226-15D9-1330-BC7B-DBA485ECA6B6}"/>
              </a:ext>
            </a:extLst>
          </p:cNvPr>
          <p:cNvSpPr/>
          <p:nvPr userDrawn="1"/>
        </p:nvSpPr>
        <p:spPr>
          <a:xfrm>
            <a:off x="6254496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FA52BBBB-A981-58D6-6AC0-87FD0B6CA84A}"/>
              </a:ext>
            </a:extLst>
          </p:cNvPr>
          <p:cNvSpPr/>
          <p:nvPr userDrawn="1"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8181783"/>
      </p:ext>
    </p:extLst>
  </p:cSld>
  <p:clrMapOvr>
    <a:masterClrMapping/>
  </p:clrMapOvr>
  <p:transition>
    <p:fade/>
  </p:transition>
  <p:hf hd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4187952"/>
            <a:ext cx="8528936" cy="2169796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spcAft>
                <a:spcPts val="450"/>
              </a:spcAft>
              <a:defRPr sz="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" name="Picture 1" descr="Deloitte logo">
            <a:extLst>
              <a:ext uri="{FF2B5EF4-FFF2-40B4-BE49-F238E27FC236}">
                <a16:creationId xmlns:a16="http://schemas.microsoft.com/office/drawing/2014/main" id="{4C074566-129B-653D-CAB9-0DAF93F2A1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09073"/>
      </p:ext>
    </p:extLst>
  </p:cSld>
  <p:clrMapOvr>
    <a:masterClrMapping/>
  </p:clrMapOvr>
  <p:hf hdr="0" dt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theme" Target="../theme/theme1.xml"/><Relationship Id="rId61" Type="http://schemas.openxmlformats.org/officeDocument/2006/relationships/tags" Target="../tags/tag1.xml"/><Relationship Id="rId62" Type="http://schemas.openxmlformats.org/officeDocument/2006/relationships/tags" Target="../tags/tag2.xml"/><Relationship Id="rId63" Type="http://schemas.openxmlformats.org/officeDocument/2006/relationships/oleObject" Target="../embeddings/oleObject1.bin"/><Relationship Id="rId6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/>
          </p:cNvGraphicFramePr>
          <p:nvPr>
            <p:custDataLst>
              <p:tags r:id="rId61"/>
            </p:custDataLst>
            <p:extLst>
              <p:ext uri="{D42A27DB-BD31-4B8C-83A1-F6EECF244321}">
                <p14:modId xmlns:p14="http://schemas.microsoft.com/office/powerpoint/2010/main" val="2630452337"/>
              </p:ext>
            </p:extLst>
          </p:nvPr>
        </p:nvGraphicFramePr>
        <p:xfrm>
          <a:off x="2119" y="1591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3" imgW="270" imgH="270" progId="TCLayout.ActiveDocument.1">
                  <p:embed/>
                </p:oleObj>
              </mc:Choice>
              <mc:Fallback>
                <p:oleObj name="think-cell Slide" r:id="rId63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64"/>
                      <a:stretch>
                        <a:fillRect/>
                      </a:stretch>
                    </p:blipFill>
                    <p:spPr>
                      <a:xfrm>
                        <a:off x="2119" y="1591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457200" y="345664"/>
            <a:ext cx="11274552" cy="34013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5" name="CaseCode"/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br>
              <a:rPr lang="en-US" sz="800" noProof="0" dirty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sz="750">
                <a:solidFill>
                  <a:srgbClr val="75787B"/>
                </a:solidFill>
              </a:rPr>
              <a:t>Dell Technologies  |  Value Creation Integration Office (VCIO)</a:t>
            </a:r>
          </a:p>
          <a:p>
            <a:pPr algn="r"/>
            <a:r>
              <a:rPr sz="750">
                <a:solidFill>
                  <a:srgbClr val="75787B"/>
                </a:solidFill>
              </a:rPr>
              <a:t>29 September 2016  |  Day 22 after Day 1  |  Strictly confidential</a:t>
            </a:r>
          </a:p>
        </p:txBody>
      </p:sp>
      <p:sp>
        <p:nvSpPr>
          <p:cNvPr id="18" name="Copyright"/>
          <p:cNvSpPr txBox="1"/>
          <p:nvPr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2016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1"/>
          </p:nvPr>
        </p:nvSpPr>
        <p:spPr>
          <a:xfrm>
            <a:off x="460093" y="1679602"/>
            <a:ext cx="11274552" cy="466191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rgbClr val="75787B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empower - DO NOT DELETE!!!" hidden="1">
            <a:extLst>
              <a:ext uri="{FF2B5EF4-FFF2-40B4-BE49-F238E27FC236}">
                <a16:creationId xmlns:a16="http://schemas.microsoft.com/office/drawing/2014/main" id="{F0D1FA80-C256-A670-1626-C6A1C11F42B7}"/>
              </a:ext>
            </a:extLst>
          </p:cNvPr>
          <p:cNvSpPr/>
          <p:nvPr>
            <p:custDataLst>
              <p:tags r:id="rId62"/>
            </p:custDataLst>
          </p:nvPr>
        </p:nvSpPr>
        <p:spPr bwMode="gray">
          <a:xfrm>
            <a:off x="0" y="0"/>
            <a:ext cx="0" cy="0"/>
          </a:xfrm>
          <a:prstGeom prst="ellipse">
            <a:avLst/>
          </a:prstGeom>
          <a:solidFill>
            <a:schemeClr val="accent3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de-DE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2854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</p:sldLayoutIdLst>
  <p:transition>
    <p:fade/>
  </p:transition>
  <p:hf hdr="0" dt="0"/>
  <p:txStyles>
    <p:titleStyle>
      <a:lvl1pPr algn="l" defTabSz="685800" rtl="0" eaLnBrk="1" latinLnBrk="0" hangingPunct="1">
        <a:spcBef>
          <a:spcPct val="0"/>
        </a:spcBef>
        <a:buNone/>
        <a:defRPr sz="2100" kern="1200">
          <a:solidFill>
            <a:schemeClr val="tx1"/>
          </a:solidFill>
          <a:latin typeface="Aptos" panose="020B0004020202020204" pitchFamily="34" charset="0"/>
          <a:ea typeface="+mj-ea"/>
          <a:cs typeface="Calibri Light" panose="020F030202020403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SzPct val="100000"/>
        <a:buFontTx/>
        <a:buNone/>
        <a:defRPr sz="1200" b="0" kern="120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1pPr>
      <a:lvl2pPr marL="179388" indent="-179388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•"/>
        <a:defRPr lang="en-US" sz="1200" b="0" kern="1200" dirty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2pPr>
      <a:lvl3pPr marL="360363" indent="-180975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−"/>
        <a:defRPr lang="en-US" sz="1200" b="0" kern="1200" dirty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3pPr>
      <a:lvl4pPr marL="538163" indent="-177800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◦"/>
        <a:defRPr lang="en-US" sz="1200" b="0" kern="1200" baseline="0" dirty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4pPr>
      <a:lvl5pPr marL="717550" indent="-179388" algn="l" defTabSz="598885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−"/>
        <a:tabLst/>
        <a:defRPr lang="en-US" sz="1200" b="0" kern="1200" baseline="0" dirty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5pPr>
      <a:lvl6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95" pos="3936">
          <p15:clr>
            <a:srgbClr val="F26B43"/>
          </p15:clr>
        </p15:guide>
        <p15:guide id="96" orient="horz" pos="4008">
          <p15:clr>
            <a:srgbClr val="F26B43"/>
          </p15:clr>
        </p15:guide>
        <p15:guide id="97" orient="horz" pos="4104">
          <p15:clr>
            <a:srgbClr val="F26B43"/>
          </p15:clr>
        </p15:guide>
        <p15:guide id="98" orient="horz" pos="1056">
          <p15:clr>
            <a:srgbClr val="F26B43"/>
          </p15:clr>
        </p15:guide>
        <p15:guide id="99" pos="3840">
          <p15:clr>
            <a:srgbClr val="F26B43"/>
          </p15:clr>
        </p15:guide>
        <p15:guide id="100" pos="7392">
          <p15:clr>
            <a:srgbClr val="F26B43"/>
          </p15:clr>
        </p15:guide>
        <p15:guide id="101" orient="horz" pos="216">
          <p15:clr>
            <a:srgbClr val="F26B43"/>
          </p15:clr>
        </p15:guide>
        <p15:guide id="102" orient="horz" pos="432">
          <p15:clr>
            <a:srgbClr val="F26B43"/>
          </p15:clr>
        </p15:guide>
        <p15:guide id="103" pos="288">
          <p15:clr>
            <a:srgbClr val="F26B43"/>
          </p15:clr>
        </p15:guide>
        <p15:guide id="104" pos="3744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400" b="1"/>
              <a:t>Value Creation Integration Office
Integration Roadmap, Day 1 to Day 100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sz="1000"/>
              <a:t>Dell Inc. and EMC Corporation   |   Version 2.0   |   Last refreshed 16 September 2016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1" sz="quarter"/>
          </p:nvPr>
        </p:nvSpPr>
        <p:spPr/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rPr sz="1300"/>
              <a:t>Key message: the programme has 78 days from today to Day 100 and two of the four remaining gates depend on decisions that are not yet taken.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Integration Phases and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2148840" cy="274320"/>
          </a:xfrm>
          <a:prstGeom prst="rect">
            <a:avLst/>
          </a:prstGeom>
          <a:solidFill>
            <a:srgbClr val="046A38"/>
          </a:solidFill>
          <a:ln>
            <a:noFill/>
          </a:ln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Pre-Close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29968"/>
            <a:ext cx="2148840" cy="27432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75787B"/>
                </a:solidFill>
              </a:rPr>
              <a:t>12 October 2015 to Day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59152"/>
            <a:ext cx="2148840" cy="1371600"/>
          </a:xfrm>
          <a:prstGeom prst="rect">
            <a:avLst/>
          </a:prstGeom>
          <a:solidFill>
            <a:srgbClr val="F1F6E4"/>
          </a:solidFill>
          <a:ln>
            <a:noFill/>
          </a:ln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</a:rPr>
              <a:t>Key activities</a:t>
            </a:r>
          </a:p>
          <a:p>
            <a:pPr algn="l"/>
            <a:r>
              <a:rPr sz="800" b="0">
                <a:solidFill>
                  <a:srgbClr val="222222"/>
                </a:solidFill>
              </a:rPr>
              <a:t>Regulatory clearance, clean team protocol, Day 1 readiness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94760"/>
            <a:ext cx="2148840" cy="11887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</a:rPr>
              <a:t>Status</a:t>
            </a:r>
          </a:p>
          <a:p>
            <a:pPr algn="l"/>
            <a:r>
              <a:rPr sz="800" b="0">
                <a:solidFill>
                  <a:srgbClr val="222222"/>
                </a:solidFill>
              </a:rPr>
              <a:t>Value prioritisation framework agreed, e-guide and runbook built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15768" y="1737360"/>
            <a:ext cx="2148840" cy="274320"/>
          </a:xfrm>
          <a:prstGeom prst="rect">
            <a:avLst/>
          </a:prstGeom>
          <a:solidFill>
            <a:srgbClr val="046A38"/>
          </a:solidFill>
          <a:ln>
            <a:noFill/>
          </a:ln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Day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15768" y="2029968"/>
            <a:ext cx="2148840" cy="27432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75787B"/>
                </a:solidFill>
              </a:rPr>
              <a:t>7 September 2016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15768" y="2359152"/>
            <a:ext cx="2148840" cy="1371600"/>
          </a:xfrm>
          <a:prstGeom prst="rect">
            <a:avLst/>
          </a:prstGeom>
          <a:solidFill>
            <a:srgbClr val="F1F6E4"/>
          </a:solidFill>
          <a:ln>
            <a:noFill/>
          </a:ln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</a:rPr>
              <a:t>Key activities</a:t>
            </a:r>
          </a:p>
          <a:p>
            <a:pPr algn="l"/>
            <a:r>
              <a:rPr sz="800" b="0">
                <a:solidFill>
                  <a:srgbClr val="222222"/>
                </a:solidFill>
              </a:rPr>
              <a:t>Legal close, brand launch, employee and sales enablement live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15768" y="3794760"/>
            <a:ext cx="2148840" cy="11887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</a:rPr>
              <a:t>Status</a:t>
            </a:r>
          </a:p>
          <a:p>
            <a:pPr algn="l"/>
            <a:r>
              <a:rPr sz="800" b="0">
                <a:solidFill>
                  <a:srgbClr val="222222"/>
                </a:solidFill>
              </a:rPr>
              <a:t>3 of 3 Day 1 milestones achieved on the 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74336" y="1737360"/>
            <a:ext cx="2148840" cy="274320"/>
          </a:xfrm>
          <a:prstGeom prst="rect">
            <a:avLst/>
          </a:prstGeom>
          <a:solidFill>
            <a:srgbClr val="046A38"/>
          </a:solidFill>
          <a:ln>
            <a:noFill/>
          </a:ln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Day 1 to Day 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74336" y="2029968"/>
            <a:ext cx="2148840" cy="27432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75787B"/>
                </a:solidFill>
              </a:rPr>
              <a:t>to 7 October 2016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74336" y="2359152"/>
            <a:ext cx="2148840" cy="1371600"/>
          </a:xfrm>
          <a:prstGeom prst="rect">
            <a:avLst/>
          </a:prstGeom>
          <a:solidFill>
            <a:srgbClr val="F1F6E4"/>
          </a:solidFill>
          <a:ln>
            <a:noFill/>
          </a:ln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</a:rPr>
              <a:t>Key activities</a:t>
            </a:r>
          </a:p>
          <a:p>
            <a:pPr algn="l"/>
            <a:r>
              <a:rPr sz="800" b="0">
                <a:solidFill>
                  <a:srgbClr val="222222"/>
                </a:solidFill>
              </a:rPr>
              <a:t>Opening balance sheet, entity plan, ERP blueprint, organisation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74336" y="3794760"/>
            <a:ext cx="2148840" cy="11887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</a:rPr>
              <a:t>Status</a:t>
            </a:r>
          </a:p>
          <a:p>
            <a:pPr algn="l"/>
            <a:r>
              <a:rPr sz="800" b="0">
                <a:solidFill>
                  <a:srgbClr val="222222"/>
                </a:solidFill>
              </a:rPr>
              <a:t>Two gate milestones delayed, one at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2904" y="1737360"/>
            <a:ext cx="2148840" cy="274320"/>
          </a:xfrm>
          <a:prstGeom prst="rect">
            <a:avLst/>
          </a:prstGeom>
          <a:solidFill>
            <a:srgbClr val="046A38"/>
          </a:solidFill>
          <a:ln>
            <a:noFill/>
          </a:ln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Day 30 to Day 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2029968"/>
            <a:ext cx="2148840" cy="27432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75787B"/>
                </a:solidFill>
              </a:rPr>
              <a:t>to 16 December 2016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32904" y="2359152"/>
            <a:ext cx="2148840" cy="1371600"/>
          </a:xfrm>
          <a:prstGeom prst="rect">
            <a:avLst/>
          </a:prstGeom>
          <a:solidFill>
            <a:srgbClr val="F1F6E4"/>
          </a:solidFill>
          <a:ln>
            <a:noFill/>
          </a:ln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</a:rPr>
              <a:t>Key activities</a:t>
            </a:r>
          </a:p>
          <a:p>
            <a:pPr algn="l"/>
            <a:r>
              <a:rPr sz="800" b="0">
                <a:solidFill>
                  <a:srgbClr val="222222"/>
                </a:solidFill>
              </a:rPr>
              <a:t>Coverage model live, consultation concluded, synergy wave 1 contracted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2904" y="3794760"/>
            <a:ext cx="2148840" cy="11887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</a:rPr>
              <a:t>Status</a:t>
            </a:r>
          </a:p>
          <a:p>
            <a:pPr algn="l"/>
            <a:r>
              <a:rPr sz="800" b="0">
                <a:solidFill>
                  <a:srgbClr val="222222"/>
                </a:solidFill>
              </a:rPr>
              <a:t>Flagship event 18 October 2016 is a fixed external 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91472" y="1737360"/>
            <a:ext cx="2148840" cy="274320"/>
          </a:xfrm>
          <a:prstGeom prst="rect">
            <a:avLst/>
          </a:prstGeom>
          <a:solidFill>
            <a:srgbClr val="046A38"/>
          </a:solidFill>
          <a:ln>
            <a:noFill/>
          </a:ln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Post Day 100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91472" y="2029968"/>
            <a:ext cx="2148840" cy="27432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75787B"/>
                </a:solidFill>
              </a:rPr>
              <a:t>Handover to run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91472" y="2359152"/>
            <a:ext cx="2148840" cy="1371600"/>
          </a:xfrm>
          <a:prstGeom prst="rect">
            <a:avLst/>
          </a:prstGeom>
          <a:solidFill>
            <a:srgbClr val="F1F6E4"/>
          </a:solidFill>
          <a:ln>
            <a:noFill/>
          </a:ln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</a:rPr>
              <a:t>Key activities</a:t>
            </a:r>
          </a:p>
          <a:p>
            <a:pPr algn="l"/>
            <a:r>
              <a:rPr sz="800" b="0">
                <a:solidFill>
                  <a:srgbClr val="222222"/>
                </a:solidFill>
              </a:rPr>
              <a:t>Integration organisation dissolved into functional ownership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91472" y="3794760"/>
            <a:ext cx="2148840" cy="11887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</a:rPr>
              <a:t>Status</a:t>
            </a:r>
          </a:p>
          <a:p>
            <a:pPr algn="l"/>
            <a:r>
              <a:rPr sz="800" b="0">
                <a:solidFill>
                  <a:srgbClr val="222222"/>
                </a:solidFill>
              </a:rPr>
              <a:t>Open items transferred with named owners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rPr sz="1300"/>
              <a:t>Key message: 13 of 18 milestones are gate relevant, and the critical path now runs through Tax and IT.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Master Milestone List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737360"/>
          <a:ext cx="1127455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9978"/>
                <a:gridCol w="4583151"/>
                <a:gridCol w="549978"/>
                <a:gridCol w="1374945"/>
                <a:gridCol w="1191619"/>
                <a:gridCol w="916630"/>
                <a:gridCol w="641641"/>
                <a:gridCol w="549978"/>
                <a:gridCol w="916630"/>
              </a:tblGrid>
              <a:tr h="221381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Milestone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WS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Phase WS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Baseline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Delta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Gate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</a:tr>
              <a:tr h="22138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M-01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Day 1 legal close and brand launch executed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WS6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Day 1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L. Kowalczyk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07.09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Yes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Done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22138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M-02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Day 1 employee welcome eGuide live for all 140,000 employees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WS4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Day 1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J. Adeyemi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07.09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0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Yes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Done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</a:tr>
              <a:tr h="22138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M-03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Sales e-runbook live for 40,000+ sales professionals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WS6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Day 1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L. Kowalczyk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07.09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Yes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Done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22138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M-04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Combined opening balance sheet prepared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WS1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Day 1 to Day 30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R. Whitfield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07.10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0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Yes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On track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</a:tr>
              <a:tr h="22138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M-05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Legal entity rationalisation plan approved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WS2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Day 1 to Day 30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N. Devereux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07.10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+7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Yes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DA291C"/>
                          </a:solidFill>
                        </a:rPr>
                        <a:t>Delayed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22138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M-06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Interim consolidated reporting pack produced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WS1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Day 1 to Day 30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R. Whitfield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07.10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0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No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On track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</a:tr>
              <a:tr h="22138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M-07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ERP consolidation blueprint signed off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WS3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Day 1 to Day 30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T. Bergström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07.10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Yes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DA291C"/>
                          </a:solidFill>
                        </a:rPr>
                        <a:t>Delayed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22138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M-08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Single sign-on and directory federation live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WS3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Day 1 to Day 30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T. Bergström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07.10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0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No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On track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</a:tr>
              <a:tr h="22138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M-09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Harmonised sales compensation plan communicated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WS4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Day 1 to Day 30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J. Adeyemi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07.10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+4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Yes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ED8B00"/>
                          </a:solidFill>
                        </a:rPr>
                        <a:t>At risk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22138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M-10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Supplier master consolidated for top 200 vendors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WS5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Day 1 to Day 30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K. Matsuda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07.10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0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No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On track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</a:tr>
              <a:tr h="22138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M-11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Combined portfolio presented at Dell EMC World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WS6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Day 30 to Day 100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L. Kowalczyk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18.10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Yes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On track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22138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M-12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Account coverage model in force for the combined field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WS6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Day 30 to Day 100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L. Kowalczyk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04.11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0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Yes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On track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</a:tr>
              <a:tr h="22138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M-13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Works council consultation DACH concluded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WS4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Day 30 to Day 100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B. Steinmüller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28.10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+14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Yes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DA291C"/>
                          </a:solidFill>
                        </a:rPr>
                        <a:t>Delayed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22138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M-14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Site consolidation plan approved for EMEA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WS7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Day 30 to Day 100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F. Ricciardi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18.11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0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No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On track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</a:tr>
              <a:tr h="22138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M-15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Transfer pricing model for the combined group agreed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WS2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Day 30 to Day 100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N. Devereux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25.11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Yes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On track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22138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M-16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Procurement synergy wave 1 contracts renegotiated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WS5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Day 30 to Day 100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K. Matsuda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02.12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0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Yes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On track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</a:tr>
              <a:tr h="22138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M-17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Day 100 value realisation review delivered to the sponsor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WS1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Day 30 to Day 100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D. Okonjo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16.12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Yes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On track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221382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M-18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Integration organisation transitioned to run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WS4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Post Day 100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D. Okonjo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16.12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0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No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On track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035040"/>
            <a:ext cx="11274552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75787B"/>
                </a:solidFill>
              </a:rPr>
              <a:t>This roadmap was last refreshed on 16 September 2016. Milestone forecasts move faster than this document; the integration tracker carries the current forecast.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rPr sz="1300"/>
              <a:t>Key message: 2 critical or high dependencies are still unconfirmed by both leads, which decision B-03 was meant to eliminate.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Cross-Workstream Dependencies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737360"/>
          <a:ext cx="1127454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466"/>
                <a:gridCol w="5091733"/>
                <a:gridCol w="636466"/>
                <a:gridCol w="636466"/>
                <a:gridCol w="1000161"/>
                <a:gridCol w="1000161"/>
                <a:gridCol w="1363857"/>
                <a:gridCol w="909238"/>
              </a:tblGrid>
              <a:tr h="32512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Deliverable handed over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From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To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Needed by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Criticality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Both leads confirmed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D-01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Approved legal entity structure required to fix the consolidation scope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WS2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WS1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12.10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Critical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DA291C"/>
                          </a:solidFill>
                        </a:rPr>
                        <a:t>No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ED8B00"/>
                          </a:solidFill>
                        </a:rPr>
                        <a:t>At risk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D-02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ERP target system decision required before the material master re-extrac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WS3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WS5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03.10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Critical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Yes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DA291C"/>
                          </a:solidFill>
                        </a:rPr>
                        <a:t>Delayed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D-03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Works council conclusion required before the organisation structure rele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WS4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WS4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28.10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Critical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Yes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ED8B00"/>
                          </a:solidFill>
                        </a:rPr>
                        <a:t>At risk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D-04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Compensation plan design required before territory and quota alignment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WS4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WS6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11.10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High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Yes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On track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D-05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Spend cube required before logistics renegotiation can be scoped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WS5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WS5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14.10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High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Yes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On track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D-06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Lease expiry analysis required before the EMEA site plan is approved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WS7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WS7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21.10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Medium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Yes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On track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D-07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Entity plan required before transfer pricing documentation can begin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WS2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WS2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12.10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High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DA291C"/>
                          </a:solidFill>
                        </a:rPr>
                        <a:t>No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ED8B00"/>
                          </a:solidFill>
                        </a:rPr>
                        <a:t>At risk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D-08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Portfolio cross-reference required before the flagship event narrative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WS6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WS6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11.10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High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Yes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On track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846320"/>
            <a:ext cx="11274552" cy="1371600"/>
          </a:xfrm>
          <a:prstGeom prst="rect">
            <a:avLst/>
          </a:prstGeom>
          <a:solidFill>
            <a:srgbClr val="F1F6E4"/>
          </a:solidFill>
          <a:ln>
            <a:noFill/>
          </a:ln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</a:rPr>
              <a:t>The advisory team identified interdependencies between workstreams as the defining challenge of a programme of this size: individuals in each workstream understand their own responsibilities but may not see how their activities land on others. This register exists to make that visible, and decision B-03 requires both sides of every handover to confirm the date. Two entries still show one-sided confirmation.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HDS" val="True"/>
  <p:tag name="MIO_SKIPVERSION" val="01.01.0001 00:00:00"/>
  <p:tag name="MIO_UPDATE" val="True"/>
  <p:tag name="MIO_FALLBACK_LAYOUT" val="29"/>
  <p:tag name="MIO_SHOW_DATE" val="False"/>
  <p:tag name="MIO_SHOW_FOOTER" val="False"/>
  <p:tag name="MIO_SHOW_PAGENUMBER" val="False"/>
  <p:tag name="MIO_AVOID_BLANK_LAYOUT" val="True"/>
  <p:tag name="MIO_CD_LAYOUT_VALID_AREA" val="False"/>
  <p:tag name="MIO_EMBED_FONT" val="False"/>
  <p:tag name="MIO_NUMBER_OF_VALID_LAYOUTS" val="59"/>
  <p:tag name="MIO_MATCH_COLOR_SCHEME" val="True"/>
  <p:tag name="MIO_EKGUID" val="a4fc2127-e6ee-4e73-b2a0-71faa570fb8a"/>
  <p:tag name="MIO_DBID" val="fede6900-895c-4459-b97c-72b2b9dac459"/>
  <p:tag name="MIO_VERSION" val="31.03.2026 12:29:06"/>
  <p:tag name="MIO_LASTDOWNLOADED" val="21.05.2026 16:51:09.075"/>
  <p:tag name="MIO_OBJECTNAME" val="Deloitte 16:9 (2026) long"/>
  <p:tag name="MIO_CONTENTTAG" val="xb4C46bb80ubw2k2KBbiQg=="/>
  <p:tag name="MIO_CDID" val="b832c4bc-5070-4232-bfdb-3d42c9da7c2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Deloitte_Brand_Theme">
  <a:themeElements>
    <a:clrScheme name="Deloitte">
      <a:dk1>
        <a:sysClr val="windowText" lastClr="000000"/>
      </a:dk1>
      <a:lt1>
        <a:sysClr val="window" lastClr="FFFFFF"/>
      </a:lt1>
      <a:dk2>
        <a:srgbClr val="222222"/>
      </a:dk2>
      <a:lt2>
        <a:srgbClr val="E6E6E6"/>
      </a:lt2>
      <a:accent1>
        <a:srgbClr val="86BC25"/>
      </a:accent1>
      <a:accent2>
        <a:srgbClr val="26890D"/>
      </a:accent2>
      <a:accent3>
        <a:srgbClr val="046A38"/>
      </a:accent3>
      <a:accent4>
        <a:srgbClr val="1C3D26"/>
      </a:accent4>
      <a:accent5>
        <a:srgbClr val="0DF200"/>
      </a:accent5>
      <a:accent6>
        <a:srgbClr val="F1F6E4"/>
      </a:accent6>
      <a:hlink>
        <a:srgbClr val="26890D"/>
      </a:hlink>
      <a:folHlink>
        <a:srgbClr val="75787B"/>
      </a:folHlink>
    </a:clrScheme>
    <a:fontScheme name="Custom 1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3"/>
        </a:solidFill>
        <a:ln w="19050" algn="ctr">
          <a:noFill/>
          <a:miter lim="800000"/>
          <a:headEnd/>
          <a:tailEnd/>
        </a:ln>
      </a:spPr>
      <a:bodyPr wrap="square" lIns="88900" tIns="88900" rIns="88900" bIns="88900" rtlCol="0" anchor="ctr"/>
      <a:lstStyle>
        <a:defPPr>
          <a:lnSpc>
            <a:spcPct val="106000"/>
          </a:lnSpc>
          <a:buFont typeface="Wingdings 2" pitchFamily="18" charset="2"/>
          <a:buNone/>
          <a:defRPr sz="1600" b="1" dirty="0">
            <a:solidFill>
              <a:schemeClr val="bg1"/>
            </a:solidFill>
          </a:defRPr>
        </a:defPPr>
      </a:lst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03200" indent="-203200">
          <a:spcBef>
            <a:spcPts val="600"/>
          </a:spcBef>
          <a:buSzPct val="100000"/>
          <a:buFont typeface="Arial"/>
          <a:buChar char="•"/>
          <a:defRPr dirty="0">
            <a:solidFill>
              <a:srgbClr val="313131"/>
            </a:solidFill>
          </a:defRPr>
        </a:defPPr>
      </a:lstStyle>
    </a:txDef>
  </a:objectDefaults>
  <a:extraClrSchemeLst/>
  <a:custClrLst>
    <a:custClr name="Green 1">
      <a:srgbClr val="E3E48D"/>
    </a:custClr>
    <a:custClr name="Green 2">
      <a:srgbClr val="C4D600"/>
    </a:custClr>
    <a:custClr name="Green 4">
      <a:srgbClr val="43B02A"/>
    </a:custClr>
    <a:custClr name="Green 5">
      <a:srgbClr val="009A44"/>
    </a:custClr>
    <a:custClr name="Teal 1">
      <a:srgbClr val="DDEFE8"/>
    </a:custClr>
    <a:custClr name="Teal 2">
      <a:srgbClr val="9DD4CF"/>
    </a:custClr>
    <a:custClr name="Teal 3">
      <a:srgbClr val="6FC2B4"/>
    </a:custClr>
    <a:custClr name="Teal 4">
      <a:srgbClr val="00ABAB"/>
    </a:custClr>
    <a:custClr name="Teal 5">
      <a:srgbClr val="0097A9"/>
    </a:custClr>
    <a:custClr name="Teal 6">
      <a:srgbClr val="007680"/>
    </a:custClr>
    <a:custClr name="Teal 7">
      <a:srgbClr val="004F59"/>
    </a:custClr>
    <a:custClr name="Teal 8">
      <a:srgbClr val="0D8390"/>
    </a:custClr>
    <a:custClr name="Blue 1">
      <a:srgbClr val="A0DCFF"/>
    </a:custClr>
    <a:custClr name="Blue 2">
      <a:srgbClr val="62B5E5"/>
    </a:custClr>
    <a:custClr name="Blue 3">
      <a:srgbClr val="00A3E0"/>
    </a:custClr>
    <a:custClr name="Blue 4">
      <a:srgbClr val="0076A8"/>
    </a:custClr>
    <a:custClr name="Blue 5">
      <a:srgbClr val="005587"/>
    </a:custClr>
    <a:custClr name="Blue 6">
      <a:srgbClr val="012169"/>
    </a:custClr>
    <a:custClr name="Blue 7">
      <a:srgbClr val="041E42"/>
    </a:custClr>
    <a:custClr name="Blue 8">
      <a:srgbClr val="007CB0"/>
    </a:custClr>
    <a:custClr name="Cool Gray 2">
      <a:srgbClr val="D0D0CE"/>
    </a:custClr>
    <a:custClr name="Cool Gray 4">
      <a:srgbClr val="BBBCBC"/>
    </a:custClr>
    <a:custClr name="Cool Gray 6">
      <a:srgbClr val="A7A8AA"/>
    </a:custClr>
    <a:custClr name="Cool Gray 7">
      <a:srgbClr val="97999B"/>
    </a:custClr>
    <a:custClr name="Cool Gray 9">
      <a:srgbClr val="75787B"/>
    </a:custClr>
    <a:custClr name="Cool Gray 10">
      <a:srgbClr val="63666A"/>
    </a:custClr>
    <a:custClr name="Cool Gray 11">
      <a:srgbClr val="53565A"/>
    </a:custClr>
    <a:custClr name="Red">
      <a:srgbClr val="DA291C"/>
    </a:custClr>
    <a:custClr name="Orange">
      <a:srgbClr val="ED8B00"/>
    </a:custClr>
    <a:custClr name="Yellow">
      <a:srgbClr val="FFCD00"/>
    </a:custClr>
    <a:custClr name="Bright Blue">
      <a:srgbClr val="33F0FF"/>
    </a:custClr>
    <a:custClr name="Bright Teal">
      <a:srgbClr val="3EFAC5"/>
    </a:custClr>
  </a:custClrLst>
  <a:extLst>
    <a:ext uri="{05A4C25C-085E-4340-85A3-A5531E510DB2}">
      <thm15:themeFamily xmlns:thm15="http://schemas.microsoft.com/office/thememl/2012/main" name="Deloitte_Brand_Theme" id="{917CC780-C041-4F84-B057-DE63A8CDEF25}" vid="{5A16EDA9-025E-49B0-B403-896FAE83D19A}"/>
    </a:ext>
  </a:extLst>
</a:theme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Arial</vt:lpstr>
      <vt:lpstr>Open Sans</vt:lpstr>
      <vt:lpstr>Verdana</vt:lpstr>
      <vt:lpstr>Wingdings 2</vt:lpstr>
      <vt:lpstr>Deloitte_Brand_Theme</vt:lpstr>
      <vt:lpstr>think-cell Slide</vt:lpstr>
      <vt:lpstr>PowerPoint Presentation</vt:lpstr>
    </vt:vector>
  </TitlesOfParts>
  <Company>Deloitte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Axmann, Paul</dc:creator>
  <cp:lastModifiedBy>Axmann, Paul</cp:lastModifiedBy>
  <cp:revision>3</cp:revision>
  <dcterms:created xsi:type="dcterms:W3CDTF">2026-05-21T14:50:05Z</dcterms:created>
  <dcterms:modified xsi:type="dcterms:W3CDTF">2026-07-22T13:16:52Z</dcterms:modified>
</cp:coreProperties>
</file>