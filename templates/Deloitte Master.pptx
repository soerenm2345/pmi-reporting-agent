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3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mann, Paul" userId="fbc82133-129a-4dcf-80c4-e933ee85612e" providerId="ADAL" clId="{865C5255-48DE-4BF3-A9A9-8C777D2FBCA3}"/>
    <pc:docChg chg="undo custSel modSld">
      <pc:chgData name="Axmann, Paul" userId="fbc82133-129a-4dcf-80c4-e933ee85612e" providerId="ADAL" clId="{865C5255-48DE-4BF3-A9A9-8C777D2FBCA3}" dt="2026-07-22T13:16:50.319" v="97" actId="700"/>
      <pc:docMkLst>
        <pc:docMk/>
      </pc:docMkLst>
      <pc:sldChg chg="addSp delSp modSp mod modClrScheme chgLayout">
        <pc:chgData name="Axmann, Paul" userId="fbc82133-129a-4dcf-80c4-e933ee85612e" providerId="ADAL" clId="{865C5255-48DE-4BF3-A9A9-8C777D2FBCA3}" dt="2026-07-22T13:16:50.319" v="97" actId="700"/>
        <pc:sldMkLst>
          <pc:docMk/>
          <pc:sldMk cId="2895843105" sldId="258"/>
        </pc:sldMkLst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2" creationId="{24FB5E02-7515-9876-B496-05DBDCDD649F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4" creationId="{B17175E7-5E25-6D4C-AD46-53CE452DACFD}"/>
          </ac:spMkLst>
        </pc:spChg>
        <pc:spChg chg="add del mod topLvl">
          <ac:chgData name="Axmann, Paul" userId="fbc82133-129a-4dcf-80c4-e933ee85612e" providerId="ADAL" clId="{865C5255-48DE-4BF3-A9A9-8C777D2FBCA3}" dt="2026-07-22T13:16:44.554" v="96" actId="478"/>
          <ac:spMkLst>
            <pc:docMk/>
            <pc:sldMk cId="2895843105" sldId="258"/>
            <ac:spMk id="5" creationId="{8E76DACD-B206-A8BC-C7E6-A1ADEBDCAF64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8" creationId="{0E314AB3-8E17-8C03-C902-BB93857E04A0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9" creationId="{07954675-4C93-20E7-67E7-3D1752E8C678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0" creationId="{50A0C943-A884-08CC-C4CB-7B58983AD670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2" creationId="{7CC3B3E3-D519-B9EC-5BEA-D17925F3C060}"/>
          </ac:spMkLst>
        </pc:spChg>
        <pc:grpChg chg="add del mod">
          <ac:chgData name="Axmann, Paul" userId="fbc82133-129a-4dcf-80c4-e933ee85612e" providerId="ADAL" clId="{865C5255-48DE-4BF3-A9A9-8C777D2FBCA3}" dt="2026-07-22T13:16:42.283" v="95" actId="478"/>
          <ac:grpSpMkLst>
            <pc:docMk/>
            <pc:sldMk cId="2895843105" sldId="258"/>
            <ac:grpSpMk id="7" creationId="{2BF27B01-2079-E0CA-6D27-40E0F4EB031D}"/>
          </ac:grpSpMkLst>
        </pc:grpChg>
        <pc:picChg chg="add del mod topLvl">
          <ac:chgData name="Axmann, Paul" userId="fbc82133-129a-4dcf-80c4-e933ee85612e" providerId="ADAL" clId="{865C5255-48DE-4BF3-A9A9-8C777D2FBCA3}" dt="2026-07-22T13:16:42.283" v="95" actId="478"/>
          <ac:picMkLst>
            <pc:docMk/>
            <pc:sldMk cId="2895843105" sldId="258"/>
            <ac:picMk id="6" creationId="{A8C050C3-039E-2699-901D-6942C37D205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6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6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6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6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6.emf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6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6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6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6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6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6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6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6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6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6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6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6.emf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6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6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6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6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6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6.emf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00984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58214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1084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9533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7738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56925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0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6047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659139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56148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090652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2102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9261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76783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95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34107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35094757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846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39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0353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4131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9958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995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7764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20604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8629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7666271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35999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16246814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8298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9169720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53875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8897783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02570706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8124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1166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661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55440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0930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872240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08113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8365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23985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4996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129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8606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45997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75143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3440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46909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900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6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6751606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80655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788966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883267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3841633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783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7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>
          <p15:clr>
            <a:srgbClr val="F26B43"/>
          </p15:clr>
        </p15:guide>
        <p15:guide id="96" orient="horz" pos="4008">
          <p15:clr>
            <a:srgbClr val="F26B43"/>
          </p15:clr>
        </p15:guide>
        <p15:guide id="97" orient="horz" pos="4104">
          <p15:clr>
            <a:srgbClr val="F26B43"/>
          </p15:clr>
        </p15:guide>
        <p15:guide id="98" orient="horz" pos="1056">
          <p15:clr>
            <a:srgbClr val="F26B43"/>
          </p15:clr>
        </p15:guide>
        <p15:guide id="99" pos="3840">
          <p15:clr>
            <a:srgbClr val="F26B43"/>
          </p15:clr>
        </p15:guide>
        <p15:guide id="100" pos="7392">
          <p15:clr>
            <a:srgbClr val="F26B43"/>
          </p15:clr>
        </p15:guide>
        <p15:guide id="101" orient="horz" pos="216">
          <p15:clr>
            <a:srgbClr val="F26B43"/>
          </p15:clr>
        </p15:guide>
        <p15:guide id="102" orient="horz" pos="432">
          <p15:clr>
            <a:srgbClr val="F26B43"/>
          </p15:clr>
        </p15:guide>
        <p15:guide id="103" pos="288">
          <p15:clr>
            <a:srgbClr val="F26B43"/>
          </p15:clr>
        </p15:guide>
        <p15:guide id="104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4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0739985-59FF-2C68-687D-EBAAAC245A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49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2" progId="TCLayout.ActiveDocument.1">
                  <p:embed/>
                </p:oleObj>
              </mc:Choice>
              <mc:Fallback>
                <p:oleObj name="think-cell Slide" r:id="rId3" imgW="532" imgH="532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739985-59FF-2C68-687D-EBAAAC245A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4FB5E02-7515-9876-B496-05DBDCDD6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175E7-5E25-6D4C-AD46-53CE452DAC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CC3B3E3-D519-B9EC-5BEA-D17925F3C0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84310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NUMBER_OF_VALID_LAYOUTS" val="59"/>
  <p:tag name="MIO_MATCH_COLOR_SCHEME" val="True"/>
  <p:tag name="MIO_EKGUID" val="a4fc2127-e6ee-4e73-b2a0-71faa570fb8a"/>
  <p:tag name="MIO_DBID" val="fede6900-895c-4459-b97c-72b2b9dac459"/>
  <p:tag name="MIO_VERSION" val="31.03.2026 12:29:06"/>
  <p:tag name="MIO_LASTDOWNLOADED" val="21.05.2026 16:51:09.075"/>
  <p:tag name="MIO_OBJECTNAME" val="Deloitte 16:9 (2026) long"/>
  <p:tag name="MIO_CONTENTTAG" val="xb4C46bb80ubw2k2KBbiQg=="/>
  <p:tag name="MIO_CDID" val="b832c4bc-5070-4232-bfdb-3d42c9da7c2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Axmann, Paul</dc:creator>
  <cp:lastModifiedBy>Axmann, Paul</cp:lastModifiedBy>
  <cp:revision>3</cp:revision>
  <dcterms:created xsi:type="dcterms:W3CDTF">2026-05-21T14:50:05Z</dcterms:created>
  <dcterms:modified xsi:type="dcterms:W3CDTF">2026-07-22T13:16:52Z</dcterms:modified>
</cp:coreProperties>
</file>