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43"/>
  </p:normalViewPr>
  <p:slideViewPr>
    <p:cSldViewPr snapToGrid="0" showGuides="1">
      <p:cViewPr varScale="1">
        <p:scale>
          <a:sx n="115" d="100"/>
          <a:sy n="115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mann, Paul" userId="fbc82133-129a-4dcf-80c4-e933ee85612e" providerId="ADAL" clId="{865C5255-48DE-4BF3-A9A9-8C777D2FBCA3}"/>
    <pc:docChg chg="undo custSel modSld">
      <pc:chgData name="Axmann, Paul" userId="fbc82133-129a-4dcf-80c4-e933ee85612e" providerId="ADAL" clId="{865C5255-48DE-4BF3-A9A9-8C777D2FBCA3}" dt="2026-07-22T13:16:50.319" v="97" actId="700"/>
      <pc:docMkLst>
        <pc:docMk/>
      </pc:docMkLst>
      <pc:sldChg chg="addSp delSp modSp mod modClrScheme chgLayout">
        <pc:chgData name="Axmann, Paul" userId="fbc82133-129a-4dcf-80c4-e933ee85612e" providerId="ADAL" clId="{865C5255-48DE-4BF3-A9A9-8C777D2FBCA3}" dt="2026-07-22T13:16:50.319" v="97" actId="700"/>
        <pc:sldMkLst>
          <pc:docMk/>
          <pc:sldMk cId="2895843105" sldId="258"/>
        </pc:sldMkLst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2" creationId="{24FB5E02-7515-9876-B496-05DBDCDD649F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4" creationId="{B17175E7-5E25-6D4C-AD46-53CE452DACFD}"/>
          </ac:spMkLst>
        </pc:spChg>
        <pc:spChg chg="add del mod topLvl">
          <ac:chgData name="Axmann, Paul" userId="fbc82133-129a-4dcf-80c4-e933ee85612e" providerId="ADAL" clId="{865C5255-48DE-4BF3-A9A9-8C777D2FBCA3}" dt="2026-07-22T13:16:44.554" v="96" actId="478"/>
          <ac:spMkLst>
            <pc:docMk/>
            <pc:sldMk cId="2895843105" sldId="258"/>
            <ac:spMk id="5" creationId="{8E76DACD-B206-A8BC-C7E6-A1ADEBDCAF64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8" creationId="{0E314AB3-8E17-8C03-C902-BB93857E04A0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9" creationId="{07954675-4C93-20E7-67E7-3D1752E8C678}"/>
          </ac:spMkLst>
        </pc:spChg>
        <pc:spChg chg="del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0" creationId="{50A0C943-A884-08CC-C4CB-7B58983AD670}"/>
          </ac:spMkLst>
        </pc:spChg>
        <pc:spChg chg="add mod ord">
          <ac:chgData name="Axmann, Paul" userId="fbc82133-129a-4dcf-80c4-e933ee85612e" providerId="ADAL" clId="{865C5255-48DE-4BF3-A9A9-8C777D2FBCA3}" dt="2026-07-22T13:16:50.319" v="97" actId="700"/>
          <ac:spMkLst>
            <pc:docMk/>
            <pc:sldMk cId="2895843105" sldId="258"/>
            <ac:spMk id="12" creationId="{7CC3B3E3-D519-B9EC-5BEA-D17925F3C060}"/>
          </ac:spMkLst>
        </pc:spChg>
        <pc:grpChg chg="add del mod">
          <ac:chgData name="Axmann, Paul" userId="fbc82133-129a-4dcf-80c4-e933ee85612e" providerId="ADAL" clId="{865C5255-48DE-4BF3-A9A9-8C777D2FBCA3}" dt="2026-07-22T13:16:42.283" v="95" actId="478"/>
          <ac:grpSpMkLst>
            <pc:docMk/>
            <pc:sldMk cId="2895843105" sldId="258"/>
            <ac:grpSpMk id="7" creationId="{2BF27B01-2079-E0CA-6D27-40E0F4EB031D}"/>
          </ac:grpSpMkLst>
        </pc:grpChg>
        <pc:picChg chg="add del mod topLvl">
          <ac:chgData name="Axmann, Paul" userId="fbc82133-129a-4dcf-80c4-e933ee85612e" providerId="ADAL" clId="{865C5255-48DE-4BF3-A9A9-8C777D2FBCA3}" dt="2026-07-22T13:16:42.283" v="95" actId="478"/>
          <ac:picMkLst>
            <pc:docMk/>
            <pc:sldMk cId="2895843105" sldId="258"/>
            <ac:picMk id="6" creationId="{A8C050C3-039E-2699-901D-6942C37D205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6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6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6.emf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6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6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6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6.emf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6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6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6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6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6.emf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6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6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6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6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6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6.emf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700984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58214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81084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- CM centered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95336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777382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956925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A1983826-29C7-9575-AAA8-E0D864E5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E4A851A-D19A-CC7E-CF9F-4EEAB1DF2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1" y="-5466"/>
            <a:ext cx="2779776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46057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560472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659139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56148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090652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- CM centered 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32102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 lockup with Together makes progress tagline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92615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3767834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2" name="Picture 1" descr="Deloitte logo lockup with Together makes progress tagline">
            <a:extLst>
              <a:ext uri="{FF2B5EF4-FFF2-40B4-BE49-F238E27FC236}">
                <a16:creationId xmlns:a16="http://schemas.microsoft.com/office/drawing/2014/main" id="{BE86AADC-48FD-960B-F4EC-82693FA49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pic>
        <p:nvPicPr>
          <p:cNvPr id="3" name="Picture 2" descr="Deloitte logo lockup with Together makes progress tagline">
            <a:extLst>
              <a:ext uri="{FF2B5EF4-FFF2-40B4-BE49-F238E27FC236}">
                <a16:creationId xmlns:a16="http://schemas.microsoft.com/office/drawing/2014/main" id="{0EB08596-6566-04B7-6E40-E9321F1A98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9958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341075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35094757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267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398468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190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6B8C9E7-4466-7BA5-F810-207C3AD47343}"/>
              </a:ext>
            </a:extLst>
          </p:cNvPr>
          <p:cNvSpPr/>
          <p:nvPr userDrawn="1"/>
        </p:nvSpPr>
        <p:spPr bwMode="gray">
          <a:xfrm>
            <a:off x="0" y="6134100"/>
            <a:ext cx="12192000" cy="7239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seCode">
            <a:extLst>
              <a:ext uri="{FF2B5EF4-FFF2-40B4-BE49-F238E27FC236}">
                <a16:creationId xmlns:a16="http://schemas.microsoft.com/office/drawing/2014/main" id="{5B845E89-F80E-32AE-4F61-BAF2AA74950B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7CF71EE-0CD0-8C9C-7BDE-2A50106D047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2E2EDCA-A039-A543-5967-C567708E407B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39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0353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041310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99588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09950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77648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right Green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20604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86298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 blee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76662715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3599953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16246814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8298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99169720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753875"/>
      </p:ext>
    </p:extLst>
  </p:cSld>
  <p:clrMapOvr>
    <a:masterClrMapping/>
  </p:clrMapOvr>
  <p:transition>
    <p:fade/>
  </p:transition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8897783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02570706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noFill/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78124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21166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6619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455440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0930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872240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08113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8365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923985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254996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129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86067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903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45997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30019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90138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075143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53440"/>
      </p:ext>
    </p:extLst>
  </p:cSld>
  <p:clrMapOvr>
    <a:masterClrMapping/>
  </p:clrMapOvr>
  <p:transition>
    <p:fade/>
  </p:transition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subtitle</a:t>
            </a:r>
            <a:endParaRPr kumimoji="0" lang="en-US" sz="9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946909"/>
      </p:ext>
    </p:extLst>
  </p:cSld>
  <p:clrMapOvr>
    <a:masterClrMapping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900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6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6751606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8249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80655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31462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788966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99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0787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9167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883267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93841633"/>
      </p:ext>
    </p:extLst>
  </p:cSld>
  <p:clrMapOvr>
    <a:masterClrMapping/>
  </p:clrMapOvr>
  <p:transition>
    <p:fade/>
  </p:transition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AF1A226-15D9-1330-BC7B-DBA485ECA6B6}"/>
              </a:ext>
            </a:extLst>
          </p:cNvPr>
          <p:cNvSpPr/>
          <p:nvPr userDrawn="1"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A52BBBB-A981-58D6-6AC0-87FD0B6CA84A}"/>
              </a:ext>
            </a:extLst>
          </p:cNvPr>
          <p:cNvSpPr/>
          <p:nvPr userDrawn="1"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81783"/>
      </p:ext>
    </p:extLst>
  </p:cSld>
  <p:clrMapOvr>
    <a:masterClrMapping/>
  </p:clrMapOvr>
  <p:transition>
    <p:fade/>
  </p:transition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907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3" imgW="270" imgH="270" progId="TCLayout.ActiveDocument.1">
                  <p:embed/>
                </p:oleObj>
              </mc:Choice>
              <mc:Fallback>
                <p:oleObj name="think-cell Slide" r:id="rId6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5" name="CaseCode"/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‹Nr.›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F0D1FA80-C256-A670-1626-C6A1C11F42B7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>
          <p15:clr>
            <a:srgbClr val="F26B43"/>
          </p15:clr>
        </p15:guide>
        <p15:guide id="96" orient="horz" pos="4008">
          <p15:clr>
            <a:srgbClr val="F26B43"/>
          </p15:clr>
        </p15:guide>
        <p15:guide id="97" orient="horz" pos="4104">
          <p15:clr>
            <a:srgbClr val="F26B43"/>
          </p15:clr>
        </p15:guide>
        <p15:guide id="98" orient="horz" pos="1056">
          <p15:clr>
            <a:srgbClr val="F26B43"/>
          </p15:clr>
        </p15:guide>
        <p15:guide id="99" pos="3840">
          <p15:clr>
            <a:srgbClr val="F26B43"/>
          </p15:clr>
        </p15:guide>
        <p15:guide id="100" pos="7392">
          <p15:clr>
            <a:srgbClr val="F26B43"/>
          </p15:clr>
        </p15:guide>
        <p15:guide id="101" orient="horz" pos="216">
          <p15:clr>
            <a:srgbClr val="F26B43"/>
          </p15:clr>
        </p15:guide>
        <p15:guide id="102" orient="horz" pos="432">
          <p15:clr>
            <a:srgbClr val="F26B43"/>
          </p15:clr>
        </p15:guide>
        <p15:guide id="103" pos="288">
          <p15:clr>
            <a:srgbClr val="F26B43"/>
          </p15:clr>
        </p15:guide>
        <p15:guide id="104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8.xml"/><Relationship Id="rId1" Type="http://schemas.openxmlformats.org/officeDocument/2006/relationships/tags" Target="../tags/tag34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18664-5F7C-EEC7-62E8-D5CFD0ED1C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824163-8B81-D84A-08AC-8C496809CB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BD1122-4519-D892-8E4F-6297BFDC6B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591367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30739985-59FF-2C68-687D-EBAAAC245A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49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2" progId="TCLayout.ActiveDocument.1">
                  <p:embed/>
                </p:oleObj>
              </mc:Choice>
              <mc:Fallback>
                <p:oleObj name="think-cell Slide" r:id="rId3" imgW="532" imgH="532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739985-59FF-2C68-687D-EBAAAC245A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BCC86F1-E7C3-64BD-9391-C8EA8FD7EE9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ADAD3D-891C-8038-7995-43DFB0AFBDA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F56FDB1-7287-62C6-E6CE-D7559DC2DA7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B07A5567-2600-DD96-D177-B01BD9613FD6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9D2131A-814F-AB90-F505-932C29E176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42D1C68-12CA-8058-3464-A1407469203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84310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21AE4FE-81E3-52C3-9F41-B33E04E439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58A3D7-F9FC-8F80-E179-B4010E500ED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4D0568-7175-6EE1-33AA-0FB3FFBFDB2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F277C9F-3EF9-B8EE-F8D1-12D257702DE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07FB41E-AB9B-54B6-068E-35CE1D9DD4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54F2F1E-603C-AF4C-4EEA-AC4F3D94F3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9599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FAE9290-9A7B-1D84-2E39-84ADE5CE2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37826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6D78DF-8D08-15B1-C0B1-940B57A8B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930043-8E03-23A0-A13B-3C2110390C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8BEA342-5A01-DEE1-FD9B-CCDE3B0558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86355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63CE78-7C22-968C-021C-EE2D3DCE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72503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AC71648-15AA-3DC3-D0BB-EA0BAA86C5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00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F2218-1FCC-4533-CBA3-483CFBC0E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1AD929-8A9D-20A0-234C-639B1B0669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E8190D2-B329-7005-F86A-D9B756C770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95669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DAECE-1F42-19B1-C990-34DD5C072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D336C7-C74B-EFDE-4E67-E1CDC67DF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B8FFF75F-BCA4-170F-52E1-36059A7FA1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3751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1BAFF-1873-1122-1567-9AEE3FB667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77931F-5F26-88F3-E945-C14B18D6DA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1F22A57-60FD-EF2C-A8D3-0C320A7446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709123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4C2787-8065-FE29-7067-D6A732BEE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53560E-7169-366F-9E42-6024AECE4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E812F5A-6AEB-F8E9-57DC-323C0BC5E4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698948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2838C-0615-E51D-2B63-E6BC11586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BDDBB1-5116-CEAB-101D-E573D7ED56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94F06DF-36B5-392C-5C81-FC09558961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98362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FDCAD1C-D250-B60B-0DB3-3A9DC84C7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03276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7A429EF7-FAB9-9179-D6F0-C7167DC004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4126C7F-296D-D961-9D05-F4EC04CB8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080F0A-C79C-FEC0-05F6-BDF439046D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4055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09FAF-B9B2-1BAD-576A-2A48450C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49073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4FF724-85A3-C459-0F9D-5423F00B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147412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702520-ED66-5ABB-4FB3-BA65506BE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3330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EF757F3-43D9-67FA-4C2A-E8A27E318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47256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16BC426-F2C8-55EB-9D91-7EB26FD86B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915353-1E6B-CD7B-9AA0-F2390F87B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B41F157-A0F2-46A1-A209-C718A6AD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107E005-2943-0AFE-A55E-710AB8D34C6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E179FA4-D0E6-BB0D-1A5A-5921355F8D25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1204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67510B7F-A726-6B4D-E1D4-D521BE4FE68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E417169-9073-E50E-E049-AF73BC69027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AAB5C03-70CE-E92B-94FD-5D64346C3A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78430F0-0FD8-7F25-476E-4C2C4DA80AC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B9CF650-540E-9CD5-CC65-8A0E16F0D5D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6B189E8-6D30-B83F-5C76-BF980C7858B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5AA3AF2-20AA-D379-6F3B-7AB5C6E8311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A32A511-02DF-ABC2-9F17-000F7C4A8A8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0EBF495-D126-8401-AE3D-A4197D86DE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442AEAD4-677C-2E0C-418F-48A0AD0A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12883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7D741F5-3BD6-9752-C8EF-FD34AC7FAB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6136E8-6AF1-73BF-13E2-2B3BA413D0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55016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CC90E360-098B-1981-D429-2B8AEAAAEC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3D6D0F9-4795-C728-1BA6-84AD671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91F5B23-1E09-DC6A-66AF-D351EBFAB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3B12DF1B-08EA-400E-CEFB-68F0201D0F6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571631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66277B4-C435-F3E7-05ED-DEC5E896F4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9A30930-91AD-27E8-C530-58BF2A00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DE1343-8232-C3F6-F02C-8A1C7FF295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0A73A25-FDBA-C59D-5E23-2A05D21AC66A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6F4C87-444F-0AA2-8B0B-754061D67E58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325045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F0FB29C2-4C9B-310D-45AE-4793481815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59AC8A6-8A4D-B987-66E9-03851DACAA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01885A2-CFC5-19B1-A526-B1AC4CFEDC1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01A20CAD-D3F2-FF72-64AA-9A41C86D4DA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FDF3882-26F2-44EC-B8B7-DAB36FE420E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AB4960C-4D0B-2987-6922-1F74E2AD42D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01821EA-B067-8D04-5747-ECB8FD32504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4E49319-A208-C848-F89C-D9EC906C90D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ECADDB75-5A72-0BEA-F8EE-49D8CBCF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5C42A27-4A25-357E-850D-48C7A23F55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34765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3DF6619-D9A5-654B-7C81-3734927CAE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C312DCC-9CD1-CA41-E007-F6B2EE25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42006A-4093-4768-B830-95147F8484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317B7C6-5334-7DDD-01FE-C6CD02384B86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EC55DA-0CEE-CDA9-30DF-F10EAF431EAF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9C8C47F-70BD-5FD4-8C1D-7D5B725FB60C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2711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C1881A3-7F51-4338-DDCB-F8880443AF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4513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29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NUMBER_OF_VALID_LAYOUTS" val="59"/>
  <p:tag name="MIO_MATCH_COLOR_SCHEME" val="True"/>
  <p:tag name="MIO_EKGUID" val="a4fc2127-e6ee-4e73-b2a0-71faa570fb8a"/>
  <p:tag name="MIO_DBID" val="fede6900-895c-4459-b97c-72b2b9dac459"/>
  <p:tag name="MIO_VERSION" val="31.03.2026 12:29:06"/>
  <p:tag name="MIO_LASTDOWNLOADED" val="21.05.2026 16:51:09.075"/>
  <p:tag name="MIO_OBJECTNAME" val="Deloitte 16:9 (2026) long"/>
  <p:tag name="MIO_CONTENTTAG" val="xb4C46bb80ubw2k2KBbiQg=="/>
  <p:tag name="MIO_CDID" val="b832c4bc-5070-4232-bfdb-3d42c9da7c2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5787B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1">
      <a:srgbClr val="E3E48D"/>
    </a:custClr>
    <a:custClr name="Green 2">
      <a:srgbClr val="C4D600"/>
    </a:custClr>
    <a:custClr name="Green 4">
      <a:srgbClr val="43B02A"/>
    </a:custClr>
    <a:custClr name="Green 5">
      <a:srgbClr val="009A44"/>
    </a:custClr>
    <a:custClr name="Teal 1">
      <a:srgbClr val="DDEFE8"/>
    </a:custClr>
    <a:custClr name="Teal 2">
      <a:srgbClr val="9DD4CF"/>
    </a:custClr>
    <a:custClr name="Teal 3">
      <a:srgbClr val="6FC2B4"/>
    </a:custClr>
    <a:custClr name="Teal 4">
      <a:srgbClr val="00ABAB"/>
    </a:custClr>
    <a:custClr name="Teal 5">
      <a:srgbClr val="0097A9"/>
    </a:custClr>
    <a:custClr name="Teal 6">
      <a:srgbClr val="007680"/>
    </a:custClr>
    <a:custClr name="Teal 7">
      <a:srgbClr val="004F59"/>
    </a:custClr>
    <a:custClr name="Teal 8">
      <a:srgbClr val="0D8390"/>
    </a:custClr>
    <a:custClr name="Blue 1">
      <a:srgbClr val="A0DCFF"/>
    </a:custClr>
    <a:custClr name="Blue 2">
      <a:srgbClr val="62B5E5"/>
    </a:custClr>
    <a:custClr name="Blue 3">
      <a:srgbClr val="00A3E0"/>
    </a:custClr>
    <a:custClr name="Blue 4">
      <a:srgbClr val="0076A8"/>
    </a:custClr>
    <a:custClr name="Blue 5">
      <a:srgbClr val="005587"/>
    </a:custClr>
    <a:custClr name="Blue 6">
      <a:srgbClr val="012169"/>
    </a:custClr>
    <a:custClr name="Blue 7">
      <a:srgbClr val="041E42"/>
    </a:custClr>
    <a:custClr name="Blue 8">
      <a:srgbClr val="007CB0"/>
    </a:custClr>
    <a:custClr name="Cool Gray 2">
      <a:srgbClr val="D0D0CE"/>
    </a:custClr>
    <a:custClr name="Cool Gray 4">
      <a:srgbClr val="BBBCBC"/>
    </a:custClr>
    <a:custClr name="Cool Gray 6">
      <a:srgbClr val="A7A8AA"/>
    </a:custClr>
    <a:custClr name="Cool Gray 7">
      <a:srgbClr val="97999B"/>
    </a:custClr>
    <a:custClr name="Cool Gray 9">
      <a:srgbClr val="75787B"/>
    </a:custClr>
    <a:custClr name="Cool Gray 10">
      <a:srgbClr val="63666A"/>
    </a:custClr>
    <a:custClr name="Cool Gray 11">
      <a:srgbClr val="53565A"/>
    </a:custClr>
    <a:custClr name="Red">
      <a:srgbClr val="DA291C"/>
    </a:custClr>
    <a:custClr name="Orange">
      <a:srgbClr val="ED8B00"/>
    </a:custClr>
    <a:custClr name="Yellow">
      <a:srgbClr val="FFCD00"/>
    </a:custClr>
    <a:custClr name="Bright Blue">
      <a:srgbClr val="33F0FF"/>
    </a:custClr>
    <a:custClr name="Bright Teal">
      <a:srgbClr val="3EFAC5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Macintosh PowerPoint</Application>
  <PresentationFormat>Breitbild</PresentationFormat>
  <Paragraphs>0</Paragraphs>
  <Slides>26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3" baseType="lpstr">
      <vt:lpstr>Aptos</vt:lpstr>
      <vt:lpstr>Arial</vt:lpstr>
      <vt:lpstr>Open Sans</vt:lpstr>
      <vt:lpstr>Verdana</vt:lpstr>
      <vt:lpstr>Wingdings 2</vt:lpstr>
      <vt:lpstr>Deloitte_Brand_Theme</vt:lpstr>
      <vt:lpstr>think-cell Slide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Axmann, Paul</dc:creator>
  <cp:lastModifiedBy>Katsiaryna Panko</cp:lastModifiedBy>
  <cp:revision>4</cp:revision>
  <dcterms:created xsi:type="dcterms:W3CDTF">2026-05-21T14:50:05Z</dcterms:created>
  <dcterms:modified xsi:type="dcterms:W3CDTF">2026-07-22T21:09:48Z</dcterms:modified>
</cp:coreProperties>
</file>