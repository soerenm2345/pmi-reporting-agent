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6.emf"/><Relationship Id="rId5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tags" Target="../tags/tag2.xml"/><Relationship Id="rId63" Type="http://schemas.openxmlformats.org/officeDocument/2006/relationships/oleObject" Target="../embeddings/oleObject1.bin"/><Relationship Id="rId6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sz="750">
                <a:solidFill>
                  <a:srgbClr val="75787B"/>
                </a:solidFill>
              </a:rPr>
              <a:t>Dell Technologies  |  Value Creation Integration Office (VCIO)</a:t>
            </a:r>
          </a:p>
          <a:p>
            <a:pPr algn="r"/>
            <a:r>
              <a:rPr sz="750">
                <a:solidFill>
                  <a:srgbClr val="75787B"/>
                </a:solidFill>
              </a:rPr>
              <a:t>29 September 2016  |  Day 22 after Day 1  |  Strictly confidential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2016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WS3 IT: Weekly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75787B"/>
                </a:solidFill>
              </a:rPr>
              <a:t>Value Creation Integration Office (VCIO)  |  Reporting week W3 (26 - 30 September 2016)  |  Workstream lead T. Bergström  |  Prepared 28 September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Overall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DA291C"/>
                </a:solidFill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864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Progress vs.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0864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66%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Milestones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Overdue or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Open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097280"/>
            <a:ext cx="1783080" cy="256032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Top risk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353312"/>
            <a:ext cx="1783080" cy="384048"/>
          </a:xfrm>
          <a:prstGeom prst="rect">
            <a:avLst/>
          </a:prstGeom>
          <a:solidFill>
            <a:srgbClr val="F1F6E4"/>
          </a:solidFill>
          <a:ln>
            <a:noFill/>
          </a:ln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Progress this week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2240280"/>
          <a:ext cx="5486396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2285999"/>
                <a:gridCol w="822959"/>
                <a:gridCol w="640079"/>
                <a:gridCol w="731520"/>
                <a:gridCol w="365760"/>
              </a:tblGrid>
              <a:tr h="28194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A-021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Complete application landscape inventory for b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23.09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Done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100%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A-022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Agree the ERP target system and migration path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Overdue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60%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A-023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Re-extract material master with corrected fiel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Aydin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05.10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45%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A-024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Migrate pilot population to federated single 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80%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A-025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Complete network interconnect between the two 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14.10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35%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54496" y="192024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Milestones and dependencies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54496" y="2240280"/>
          <a:ext cx="548639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2377439"/>
                <a:gridCol w="822959"/>
                <a:gridCol w="822959"/>
                <a:gridCol w="822959"/>
              </a:tblGrid>
              <a:tr h="42291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Milestone or dependency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Forecast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ERP consolidation blueprint signed off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21.10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M-08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Single sign-on and directory federation 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07.10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On track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D-02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ERP target system decision required befo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-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03.10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Delayed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1148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Risks and blockers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434840"/>
          <a:ext cx="54863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457200"/>
                <a:gridCol w="1645920"/>
                <a:gridCol w="640079"/>
              </a:tblGrid>
              <a:tr h="3429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Sev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R-01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Legacy ERP upgrade at the target collides with the i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Freeze the legacy upgrade scope, run a joint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R-03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Master data quality in the supplier and material rec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Re-extract with a corrected field mapping, a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Aydin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R-07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Interdependencies between workstreams are not visibl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12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Refresh the dependency map weekly, require b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Okonjo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254496" y="41148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46A38"/>
                </a:solidFill>
              </a:rPr>
              <a:t>Asks and escalations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54496" y="443484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2960"/>
                <a:gridCol w="822960"/>
                <a:gridCol w="731520"/>
              </a:tblGrid>
              <a:tr h="3429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Ask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Needed by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 marL="36576" marR="36576">
                    <a:solidFill>
                      <a:srgbClr val="046A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Circulate the refreshed cross-workstream dependency map 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Okonjo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30.09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Report the ERP blueprint recovery plan with a dated fore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Bergström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29.09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7F9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Add a data quality gate ahead of each migration wave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Aydin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05.10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22222"/>
                          </a:solidFill>
                        </a:rPr>
                        <a:t>In progress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50" b="0">
                <a:solidFill>
                  <a:srgbClr val="75787B"/>
                </a:solidFill>
              </a:rPr>
              <a:t>Source: integration tracker as at 29 September 2016, decision B-02 makes it the single source of truth  |  Progress stated here is the workstream's own roll-up and is +7 points against the integration tracker.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Axmann, Paul</cp:lastModifiedBy>
  <cp:revision>3</cp:revision>
  <dcterms:created xsi:type="dcterms:W3CDTF">2026-05-21T14:50:05Z</dcterms:created>
  <dcterms:modified xsi:type="dcterms:W3CDTF">2026-07-22T13:16:52Z</dcterms:modified>
</cp:coreProperties>
</file>